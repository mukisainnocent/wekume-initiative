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13" roundtripDataSignature="AMtx7mjRJ5+lU9oHkq6YMzbOyJTYEqnnW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customschemas.google.com/relationships/presentationmetadata" Target="metadata"/><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 name="Google Shape;92;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99" name="Google Shape;99;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2f5ca4b0b0d_1_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2f5ca4b0b0d_1_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g2f5ca4b0b0d_1_2: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7" name="Shape 27"/>
        <p:cNvGrpSpPr/>
        <p:nvPr/>
      </p:nvGrpSpPr>
      <p:grpSpPr>
        <a:xfrm>
          <a:off x="0" y="0"/>
          <a:ext cx="0" cy="0"/>
          <a:chOff x="0" y="0"/>
          <a:chExt cx="0" cy="0"/>
        </a:xfrm>
      </p:grpSpPr>
      <p:sp>
        <p:nvSpPr>
          <p:cNvPr id="28" name="Google Shape;28;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0" name="Google Shape;30;p1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1" name="Google Shape;31;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4" name="Shape 34"/>
        <p:cNvGrpSpPr/>
        <p:nvPr/>
      </p:nvGrpSpPr>
      <p:grpSpPr>
        <a:xfrm>
          <a:off x="0" y="0"/>
          <a:ext cx="0" cy="0"/>
          <a:chOff x="0" y="0"/>
          <a:chExt cx="0" cy="0"/>
        </a:xfrm>
      </p:grpSpPr>
      <p:sp>
        <p:nvSpPr>
          <p:cNvPr id="35" name="Google Shape;35;p1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1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7" name="Google Shape;37;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1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1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1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1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1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1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6"/>
          <p:cNvSpPr/>
          <p:nvPr>
            <p:ph idx="2" type="pic"/>
          </p:nvPr>
        </p:nvSpPr>
        <p:spPr>
          <a:xfrm>
            <a:off x="1792288" y="612775"/>
            <a:ext cx="5486400" cy="4114800"/>
          </a:xfrm>
          <a:prstGeom prst="rect">
            <a:avLst/>
          </a:prstGeom>
          <a:noFill/>
          <a:ln>
            <a:noFill/>
          </a:ln>
        </p:spPr>
      </p:sp>
      <p:sp>
        <p:nvSpPr>
          <p:cNvPr id="68" name="Google Shape;68;p1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7"/>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8"/>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8"/>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jpg"/><Relationship Id="rId4" Type="http://schemas.openxmlformats.org/officeDocument/2006/relationships/image" Target="../media/image7.jpg"/><Relationship Id="rId5"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87" name="Shape 87"/>
        <p:cNvGrpSpPr/>
        <p:nvPr/>
      </p:nvGrpSpPr>
      <p:grpSpPr>
        <a:xfrm>
          <a:off x="0" y="0"/>
          <a:ext cx="0" cy="0"/>
          <a:chOff x="0" y="0"/>
          <a:chExt cx="0" cy="0"/>
        </a:xfrm>
      </p:grpSpPr>
      <p:sp>
        <p:nvSpPr>
          <p:cNvPr id="88" name="Google Shape;88;p1"/>
          <p:cNvSpPr txBox="1"/>
          <p:nvPr>
            <p:ph idx="1" type="subTitle"/>
          </p:nvPr>
        </p:nvSpPr>
        <p:spPr>
          <a:xfrm>
            <a:off x="1188250" y="3325900"/>
            <a:ext cx="6146400" cy="7347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888888"/>
              </a:buClr>
              <a:buSzPts val="3200"/>
              <a:buNone/>
            </a:pPr>
            <a:r>
              <a:rPr lang="en-US" sz="2400">
                <a:solidFill>
                  <a:srgbClr val="FA9A5D"/>
                </a:solidFill>
              </a:rPr>
              <a:t>#protectyourself</a:t>
            </a:r>
            <a:endParaRPr sz="2400">
              <a:solidFill>
                <a:srgbClr val="FA9A5D"/>
              </a:solidFill>
            </a:endParaRPr>
          </a:p>
        </p:txBody>
      </p:sp>
      <p:pic>
        <p:nvPicPr>
          <p:cNvPr descr="3.png" id="89" name="Google Shape;89;p1"/>
          <p:cNvPicPr preferRelativeResize="0"/>
          <p:nvPr/>
        </p:nvPicPr>
        <p:blipFill rotWithShape="1">
          <a:blip r:embed="rId3">
            <a:alphaModFix/>
          </a:blip>
          <a:srcRect b="0" l="0" r="0" t="0"/>
          <a:stretch/>
        </p:blipFill>
        <p:spPr>
          <a:xfrm>
            <a:off x="2006219" y="1687800"/>
            <a:ext cx="4104762" cy="163809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93" name="Shape 93"/>
        <p:cNvGrpSpPr/>
        <p:nvPr/>
      </p:nvGrpSpPr>
      <p:grpSpPr>
        <a:xfrm>
          <a:off x="0" y="0"/>
          <a:ext cx="0" cy="0"/>
          <a:chOff x="0" y="0"/>
          <a:chExt cx="0" cy="0"/>
        </a:xfrm>
      </p:grpSpPr>
      <p:sp>
        <p:nvSpPr>
          <p:cNvPr id="94" name="Google Shape;94;p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solidFill>
                  <a:srgbClr val="FD9C55"/>
                </a:solidFill>
              </a:rPr>
              <a:t>WHO WE ARE</a:t>
            </a:r>
            <a:endParaRPr>
              <a:solidFill>
                <a:srgbClr val="FD9C55"/>
              </a:solidFill>
            </a:endParaRPr>
          </a:p>
        </p:txBody>
      </p:sp>
      <p:sp>
        <p:nvSpPr>
          <p:cNvPr id="95" name="Google Shape;95;p2"/>
          <p:cNvSpPr txBox="1"/>
          <p:nvPr/>
        </p:nvSpPr>
        <p:spPr>
          <a:xfrm>
            <a:off x="609600" y="1371600"/>
            <a:ext cx="7924800" cy="47409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n-US" sz="2400" u="none" cap="none" strike="noStrike">
                <a:solidFill>
                  <a:srgbClr val="FF9E5F"/>
                </a:solidFill>
                <a:latin typeface="Calibri"/>
                <a:ea typeface="Calibri"/>
                <a:cs typeface="Calibri"/>
                <a:sym typeface="Calibri"/>
              </a:rPr>
              <a:t>Wekume Mobile App is a cutting-edge solution designed to provide easy access to essential sexual and reproductive health services for university students and young adults</a:t>
            </a:r>
            <a:endParaRPr>
              <a:solidFill>
                <a:srgbClr val="FF9E5F"/>
              </a:solidFill>
            </a:endParaRPr>
          </a:p>
          <a:p>
            <a:pPr indent="0" lvl="0" marL="0" marR="0" rtl="0" algn="just">
              <a:spcBef>
                <a:spcPts val="0"/>
              </a:spcBef>
              <a:spcAft>
                <a:spcPts val="0"/>
              </a:spcAft>
              <a:buNone/>
            </a:pPr>
            <a:r>
              <a:t/>
            </a:r>
            <a:endParaRPr>
              <a:solidFill>
                <a:srgbClr val="FF9E5F"/>
              </a:solidFill>
            </a:endParaRPr>
          </a:p>
          <a:p>
            <a:pPr indent="0" lvl="0" marL="0" marR="0" rtl="0" algn="just">
              <a:spcBef>
                <a:spcPts val="0"/>
              </a:spcBef>
              <a:spcAft>
                <a:spcPts val="0"/>
              </a:spcAft>
              <a:buNone/>
            </a:pPr>
            <a:r>
              <a:t/>
            </a:r>
            <a:endParaRPr b="0" i="0" sz="2400" u="none" cap="none" strike="noStrike">
              <a:solidFill>
                <a:srgbClr val="FF9E5F"/>
              </a:solidFill>
              <a:latin typeface="Calibri"/>
              <a:ea typeface="Calibri"/>
              <a:cs typeface="Calibri"/>
              <a:sym typeface="Calibri"/>
            </a:endParaRPr>
          </a:p>
          <a:p>
            <a:pPr indent="0" lvl="0" marL="0" marR="0" rtl="0" algn="just">
              <a:spcBef>
                <a:spcPts val="0"/>
              </a:spcBef>
              <a:spcAft>
                <a:spcPts val="0"/>
              </a:spcAft>
              <a:buNone/>
            </a:pPr>
            <a:r>
              <a:rPr b="0" i="0" lang="en-US" sz="2400" u="none" cap="none" strike="noStrike">
                <a:solidFill>
                  <a:srgbClr val="FF9E5F"/>
                </a:solidFill>
                <a:latin typeface="Calibri"/>
                <a:ea typeface="Calibri"/>
                <a:cs typeface="Calibri"/>
                <a:sym typeface="Calibri"/>
              </a:rPr>
              <a:t>Wekume App is </a:t>
            </a:r>
            <a:r>
              <a:rPr b="1" i="0" lang="en-US" sz="2400" u="none" cap="none" strike="noStrike">
                <a:solidFill>
                  <a:srgbClr val="FF9E5F"/>
                </a:solidFill>
                <a:latin typeface="Calibri"/>
                <a:ea typeface="Calibri"/>
                <a:cs typeface="Calibri"/>
                <a:sym typeface="Calibri"/>
              </a:rPr>
              <a:t>primarily</a:t>
            </a:r>
            <a:r>
              <a:rPr b="0" i="0" lang="en-US" sz="2400" u="none" cap="none" strike="noStrike">
                <a:solidFill>
                  <a:srgbClr val="FF9E5F"/>
                </a:solidFill>
                <a:latin typeface="Calibri"/>
                <a:ea typeface="Calibri"/>
                <a:cs typeface="Calibri"/>
                <a:sym typeface="Calibri"/>
              </a:rPr>
              <a:t> designed for </a:t>
            </a:r>
            <a:r>
              <a:rPr b="1" i="0" lang="en-US" sz="2400" u="none" cap="none" strike="noStrike">
                <a:solidFill>
                  <a:srgbClr val="FF9E5F"/>
                </a:solidFill>
                <a:latin typeface="Calibri"/>
                <a:ea typeface="Calibri"/>
                <a:cs typeface="Calibri"/>
                <a:sym typeface="Calibri"/>
              </a:rPr>
              <a:t>University students </a:t>
            </a:r>
            <a:r>
              <a:rPr b="0" i="0" lang="en-US" sz="2400" u="none" cap="none" strike="noStrike">
                <a:solidFill>
                  <a:srgbClr val="FF9E5F"/>
                </a:solidFill>
                <a:latin typeface="Calibri"/>
                <a:ea typeface="Calibri"/>
                <a:cs typeface="Calibri"/>
                <a:sym typeface="Calibri"/>
              </a:rPr>
              <a:t>of all backgrounds, ensuring inclusivity and accessibility for everyone. It addresses the unique challenges and questions that students may have about sexual and reproductive health. It’s however tailored to suit other people who might have unique needs.</a:t>
            </a:r>
            <a:endParaRPr>
              <a:solidFill>
                <a:srgbClr val="FF9E5F"/>
              </a:solidFill>
            </a:endParaRPr>
          </a:p>
          <a:p>
            <a:pPr indent="0" lvl="0" marL="0" marR="0" rtl="0" algn="just">
              <a:spcBef>
                <a:spcPts val="0"/>
              </a:spcBef>
              <a:spcAft>
                <a:spcPts val="0"/>
              </a:spcAft>
              <a:buNone/>
            </a:pPr>
            <a:r>
              <a:t/>
            </a:r>
            <a:endParaRPr b="0" i="0" sz="2400" u="none" cap="none" strike="noStrike">
              <a:solidFill>
                <a:srgbClr val="FF9E5F"/>
              </a:solidFill>
              <a:latin typeface="Calibri"/>
              <a:ea typeface="Calibri"/>
              <a:cs typeface="Calibri"/>
              <a:sym typeface="Calibri"/>
            </a:endParaRPr>
          </a:p>
          <a:p>
            <a:pPr indent="0" lvl="0" marL="0" marR="0" rtl="0" algn="just">
              <a:spcBef>
                <a:spcPts val="0"/>
              </a:spcBef>
              <a:spcAft>
                <a:spcPts val="0"/>
              </a:spcAft>
              <a:buNone/>
            </a:pPr>
            <a:r>
              <a:t/>
            </a:r>
            <a:endParaRPr b="0" i="0" sz="2400" u="none" cap="none" strike="noStrike">
              <a:solidFill>
                <a:srgbClr val="FF9E5F"/>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100" name="Shape 100"/>
        <p:cNvGrpSpPr/>
        <p:nvPr/>
      </p:nvGrpSpPr>
      <p:grpSpPr>
        <a:xfrm>
          <a:off x="0" y="0"/>
          <a:ext cx="0" cy="0"/>
          <a:chOff x="0" y="0"/>
          <a:chExt cx="0" cy="0"/>
        </a:xfrm>
      </p:grpSpPr>
      <p:sp>
        <p:nvSpPr>
          <p:cNvPr id="101" name="Google Shape;101;p3"/>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solidFill>
                  <a:srgbClr val="FA9A5D"/>
                </a:solidFill>
              </a:rPr>
              <a:t>An outlay of the mobile App</a:t>
            </a:r>
            <a:endParaRPr>
              <a:solidFill>
                <a:srgbClr val="FA9A5D"/>
              </a:solidFill>
            </a:endParaRPr>
          </a:p>
        </p:txBody>
      </p:sp>
      <p:pic>
        <p:nvPicPr>
          <p:cNvPr descr="wekume icon.jpg" id="102" name="Google Shape;102;p3"/>
          <p:cNvPicPr preferRelativeResize="0"/>
          <p:nvPr>
            <p:ph idx="1" type="body"/>
          </p:nvPr>
        </p:nvPicPr>
        <p:blipFill rotWithShape="1">
          <a:blip r:embed="rId3">
            <a:alphaModFix/>
          </a:blip>
          <a:srcRect b="0" l="0" r="0" t="0"/>
          <a:stretch/>
        </p:blipFill>
        <p:spPr>
          <a:xfrm>
            <a:off x="609600" y="1143000"/>
            <a:ext cx="2267261" cy="4906963"/>
          </a:xfrm>
          <a:prstGeom prst="rect">
            <a:avLst/>
          </a:prstGeom>
          <a:noFill/>
          <a:ln>
            <a:noFill/>
          </a:ln>
        </p:spPr>
      </p:pic>
      <p:pic>
        <p:nvPicPr>
          <p:cNvPr descr="shope.jpg" id="103" name="Google Shape;103;p3"/>
          <p:cNvPicPr preferRelativeResize="0"/>
          <p:nvPr>
            <p:ph idx="2" type="body"/>
          </p:nvPr>
        </p:nvPicPr>
        <p:blipFill rotWithShape="1">
          <a:blip r:embed="rId4">
            <a:alphaModFix/>
          </a:blip>
          <a:srcRect b="0" l="0" r="0" t="0"/>
          <a:stretch/>
        </p:blipFill>
        <p:spPr>
          <a:xfrm>
            <a:off x="3733800" y="1219200"/>
            <a:ext cx="2133600" cy="4861367"/>
          </a:xfrm>
          <a:prstGeom prst="rect">
            <a:avLst/>
          </a:prstGeom>
          <a:noFill/>
          <a:ln>
            <a:noFill/>
          </a:ln>
        </p:spPr>
      </p:pic>
      <p:pic>
        <p:nvPicPr>
          <p:cNvPr descr="safe chat.jpg" id="104" name="Google Shape;104;p3"/>
          <p:cNvPicPr preferRelativeResize="0"/>
          <p:nvPr>
            <p:ph idx="4294967295" type="body"/>
          </p:nvPr>
        </p:nvPicPr>
        <p:blipFill rotWithShape="1">
          <a:blip r:embed="rId5">
            <a:alphaModFix/>
          </a:blip>
          <a:srcRect b="0" l="0" r="0" t="0"/>
          <a:stretch/>
        </p:blipFill>
        <p:spPr>
          <a:xfrm>
            <a:off x="6553200" y="1143000"/>
            <a:ext cx="2106612" cy="48006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108" name="Shape 108"/>
        <p:cNvGrpSpPr/>
        <p:nvPr/>
      </p:nvGrpSpPr>
      <p:grpSpPr>
        <a:xfrm>
          <a:off x="0" y="0"/>
          <a:ext cx="0" cy="0"/>
          <a:chOff x="0" y="0"/>
          <a:chExt cx="0" cy="0"/>
        </a:xfrm>
      </p:grpSpPr>
      <p:sp>
        <p:nvSpPr>
          <p:cNvPr id="109" name="Google Shape;109;p4"/>
          <p:cNvSpPr txBox="1"/>
          <p:nvPr>
            <p:ph type="title"/>
          </p:nvPr>
        </p:nvSpPr>
        <p:spPr>
          <a:xfrm>
            <a:off x="457200" y="-76200"/>
            <a:ext cx="8229600" cy="10668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Font typeface="Arial"/>
              <a:buNone/>
            </a:pPr>
            <a:r>
              <a:rPr b="1" lang="en-US" sz="2400" u="sng">
                <a:solidFill>
                  <a:srgbClr val="FA9A5D"/>
                </a:solidFill>
              </a:rPr>
              <a:t>How It Works;</a:t>
            </a:r>
            <a:endParaRPr>
              <a:solidFill>
                <a:srgbClr val="FA9A5D"/>
              </a:solidFill>
            </a:endParaRPr>
          </a:p>
        </p:txBody>
      </p:sp>
      <p:sp>
        <p:nvSpPr>
          <p:cNvPr id="110" name="Google Shape;110;p4"/>
          <p:cNvSpPr txBox="1"/>
          <p:nvPr/>
        </p:nvSpPr>
        <p:spPr>
          <a:xfrm>
            <a:off x="381000" y="990600"/>
            <a:ext cx="8458200" cy="48948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n-US" sz="2400" u="none" cap="none" strike="noStrike">
                <a:solidFill>
                  <a:srgbClr val="FA9A5D"/>
                </a:solidFill>
                <a:latin typeface="Calibri"/>
                <a:ea typeface="Calibri"/>
                <a:cs typeface="Calibri"/>
                <a:sym typeface="Calibri"/>
              </a:rPr>
              <a:t>Wekume simplifies access to vital information and services related to sexual and reproductive health</a:t>
            </a:r>
            <a:r>
              <a:rPr lang="en-US" sz="2400">
                <a:solidFill>
                  <a:srgbClr val="FA9A5D"/>
                </a:solidFill>
                <a:latin typeface="Calibri"/>
                <a:ea typeface="Calibri"/>
                <a:cs typeface="Calibri"/>
                <a:sym typeface="Calibri"/>
              </a:rPr>
              <a:t>: </a:t>
            </a:r>
            <a:endParaRPr sz="2400">
              <a:solidFill>
                <a:srgbClr val="FA9A5D"/>
              </a:solidFill>
              <a:latin typeface="Calibri"/>
              <a:ea typeface="Calibri"/>
              <a:cs typeface="Calibri"/>
              <a:sym typeface="Calibri"/>
            </a:endParaRPr>
          </a:p>
          <a:p>
            <a:pPr indent="-381000" lvl="0" marL="457200" marR="0" rtl="0" algn="l">
              <a:spcBef>
                <a:spcPts val="0"/>
              </a:spcBef>
              <a:spcAft>
                <a:spcPts val="0"/>
              </a:spcAft>
              <a:buClr>
                <a:srgbClr val="FA9A5D"/>
              </a:buClr>
              <a:buSzPts val="2400"/>
              <a:buFont typeface="Calibri"/>
              <a:buChar char="●"/>
            </a:pPr>
            <a:r>
              <a:rPr lang="en-US" sz="2400">
                <a:solidFill>
                  <a:srgbClr val="FA9A5D"/>
                </a:solidFill>
                <a:latin typeface="Calibri"/>
                <a:ea typeface="Calibri"/>
                <a:cs typeface="Calibri"/>
                <a:sym typeface="Calibri"/>
              </a:rPr>
              <a:t>D</a:t>
            </a:r>
            <a:r>
              <a:rPr b="0" i="0" lang="en-US" sz="2400" u="none" cap="none" strike="noStrike">
                <a:solidFill>
                  <a:srgbClr val="FA9A5D"/>
                </a:solidFill>
                <a:latin typeface="Calibri"/>
                <a:ea typeface="Calibri"/>
                <a:cs typeface="Calibri"/>
                <a:sym typeface="Calibri"/>
              </a:rPr>
              <a:t>ownload the app for free from </a:t>
            </a:r>
            <a:r>
              <a:rPr lang="en-US" sz="2400">
                <a:solidFill>
                  <a:srgbClr val="FA9A5D"/>
                </a:solidFill>
                <a:latin typeface="Calibri"/>
                <a:ea typeface="Calibri"/>
                <a:cs typeface="Calibri"/>
                <a:sym typeface="Calibri"/>
              </a:rPr>
              <a:t>Play</a:t>
            </a:r>
            <a:r>
              <a:rPr b="0" i="0" lang="en-US" sz="2400" u="none" cap="none" strike="noStrike">
                <a:solidFill>
                  <a:srgbClr val="FA9A5D"/>
                </a:solidFill>
                <a:latin typeface="Calibri"/>
                <a:ea typeface="Calibri"/>
                <a:cs typeface="Calibri"/>
                <a:sym typeface="Calibri"/>
              </a:rPr>
              <a:t>store.  </a:t>
            </a:r>
            <a:endParaRPr b="0" i="0" sz="2400" u="none" cap="none" strike="noStrike">
              <a:solidFill>
                <a:srgbClr val="FA9A5D"/>
              </a:solidFill>
              <a:latin typeface="Calibri"/>
              <a:ea typeface="Calibri"/>
              <a:cs typeface="Calibri"/>
              <a:sym typeface="Calibri"/>
            </a:endParaRPr>
          </a:p>
          <a:p>
            <a:pPr indent="-381000" lvl="0" marL="457200" marR="0" rtl="0" algn="l">
              <a:spcBef>
                <a:spcPts val="0"/>
              </a:spcBef>
              <a:spcAft>
                <a:spcPts val="0"/>
              </a:spcAft>
              <a:buClr>
                <a:srgbClr val="FA9A5D"/>
              </a:buClr>
              <a:buSzPts val="2400"/>
              <a:buFont typeface="Calibri"/>
              <a:buChar char="●"/>
            </a:pPr>
            <a:r>
              <a:rPr lang="en-US" sz="2400">
                <a:solidFill>
                  <a:srgbClr val="FA9A5D"/>
                </a:solidFill>
                <a:latin typeface="Calibri"/>
                <a:ea typeface="Calibri"/>
                <a:cs typeface="Calibri"/>
                <a:sym typeface="Calibri"/>
              </a:rPr>
              <a:t>C</a:t>
            </a:r>
            <a:r>
              <a:rPr b="0" i="0" lang="en-US" sz="2400" u="none" cap="none" strike="noStrike">
                <a:solidFill>
                  <a:srgbClr val="FA9A5D"/>
                </a:solidFill>
                <a:latin typeface="Calibri"/>
                <a:ea typeface="Calibri"/>
                <a:cs typeface="Calibri"/>
                <a:sym typeface="Calibri"/>
              </a:rPr>
              <a:t>reate a personalized profile. </a:t>
            </a:r>
            <a:endParaRPr b="0" i="0" sz="2400" u="none" cap="none" strike="noStrike">
              <a:solidFill>
                <a:srgbClr val="FA9A5D"/>
              </a:solidFill>
              <a:latin typeface="Calibri"/>
              <a:ea typeface="Calibri"/>
              <a:cs typeface="Calibri"/>
              <a:sym typeface="Calibri"/>
            </a:endParaRPr>
          </a:p>
          <a:p>
            <a:pPr indent="-381000" lvl="0" marL="457200" marR="0" rtl="0" algn="l">
              <a:spcBef>
                <a:spcPts val="0"/>
              </a:spcBef>
              <a:spcAft>
                <a:spcPts val="0"/>
              </a:spcAft>
              <a:buClr>
                <a:srgbClr val="FA9A5D"/>
              </a:buClr>
              <a:buSzPts val="2400"/>
              <a:buFont typeface="Calibri"/>
              <a:buChar char="●"/>
            </a:pPr>
            <a:r>
              <a:rPr lang="en-US" sz="2400">
                <a:solidFill>
                  <a:srgbClr val="FA9A5D"/>
                </a:solidFill>
                <a:latin typeface="Calibri"/>
                <a:ea typeface="Calibri"/>
                <a:cs typeface="Calibri"/>
                <a:sym typeface="Calibri"/>
              </a:rPr>
              <a:t>Start a journey </a:t>
            </a:r>
            <a:r>
              <a:rPr b="0" i="0" lang="en-US" sz="2400" u="none" cap="none" strike="noStrike">
                <a:solidFill>
                  <a:srgbClr val="FA9A5D"/>
                </a:solidFill>
                <a:latin typeface="Calibri"/>
                <a:ea typeface="Calibri"/>
                <a:cs typeface="Calibri"/>
                <a:sym typeface="Calibri"/>
              </a:rPr>
              <a:t>of information, resources, and support tailored to</a:t>
            </a:r>
            <a:r>
              <a:rPr lang="en-US" sz="2400">
                <a:solidFill>
                  <a:srgbClr val="FA9A5D"/>
                </a:solidFill>
                <a:latin typeface="Calibri"/>
                <a:ea typeface="Calibri"/>
                <a:cs typeface="Calibri"/>
                <a:sym typeface="Calibri"/>
              </a:rPr>
              <a:t> </a:t>
            </a:r>
            <a:r>
              <a:rPr b="0" i="0" lang="en-US" sz="2400" u="none" cap="none" strike="noStrike">
                <a:solidFill>
                  <a:srgbClr val="FA9A5D"/>
                </a:solidFill>
                <a:latin typeface="Calibri"/>
                <a:ea typeface="Calibri"/>
                <a:cs typeface="Calibri"/>
                <a:sym typeface="Calibri"/>
              </a:rPr>
              <a:t>s</a:t>
            </a:r>
            <a:r>
              <a:rPr lang="en-US" sz="2400">
                <a:solidFill>
                  <a:srgbClr val="FA9A5D"/>
                </a:solidFill>
                <a:latin typeface="Calibri"/>
                <a:ea typeface="Calibri"/>
                <a:cs typeface="Calibri"/>
                <a:sym typeface="Calibri"/>
              </a:rPr>
              <a:t>tudents’ </a:t>
            </a:r>
            <a:r>
              <a:rPr b="0" i="0" lang="en-US" sz="2400" u="none" cap="none" strike="noStrike">
                <a:solidFill>
                  <a:srgbClr val="FA9A5D"/>
                </a:solidFill>
                <a:latin typeface="Calibri"/>
                <a:ea typeface="Calibri"/>
                <a:cs typeface="Calibri"/>
                <a:sym typeface="Calibri"/>
              </a:rPr>
              <a:t>needs.</a:t>
            </a:r>
            <a:endParaRPr>
              <a:solidFill>
                <a:srgbClr val="FA9A5D"/>
              </a:solidFill>
            </a:endParaRPr>
          </a:p>
          <a:p>
            <a:pPr indent="0" lvl="0" marL="0" marR="0" rtl="0" algn="just">
              <a:spcBef>
                <a:spcPts val="0"/>
              </a:spcBef>
              <a:spcAft>
                <a:spcPts val="0"/>
              </a:spcAft>
              <a:buNone/>
            </a:pPr>
            <a:r>
              <a:t/>
            </a:r>
            <a:endParaRPr b="0" i="0" sz="2400" u="none" cap="none" strike="noStrike">
              <a:solidFill>
                <a:srgbClr val="FA9A5D"/>
              </a:solidFill>
              <a:latin typeface="Calibri"/>
              <a:ea typeface="Calibri"/>
              <a:cs typeface="Calibri"/>
              <a:sym typeface="Calibri"/>
            </a:endParaRPr>
          </a:p>
          <a:p>
            <a:pPr indent="0" lvl="0" marL="0" marR="0" rtl="0" algn="just">
              <a:spcBef>
                <a:spcPts val="0"/>
              </a:spcBef>
              <a:spcAft>
                <a:spcPts val="0"/>
              </a:spcAft>
              <a:buNone/>
            </a:pPr>
            <a:r>
              <a:rPr b="1" i="0" lang="en-US" sz="2400" u="sng" cap="none" strike="noStrike">
                <a:solidFill>
                  <a:srgbClr val="FA9A5D"/>
                </a:solidFill>
                <a:latin typeface="Calibri"/>
                <a:ea typeface="Calibri"/>
                <a:cs typeface="Calibri"/>
                <a:sym typeface="Calibri"/>
              </a:rPr>
              <a:t>Observation:</a:t>
            </a:r>
            <a:endParaRPr u="sng">
              <a:solidFill>
                <a:srgbClr val="FA9A5D"/>
              </a:solidFill>
            </a:endParaRPr>
          </a:p>
          <a:p>
            <a:pPr indent="-152400" lvl="0" marL="0" marR="0" rtl="0" algn="l">
              <a:spcBef>
                <a:spcPts val="0"/>
              </a:spcBef>
              <a:spcAft>
                <a:spcPts val="0"/>
              </a:spcAft>
              <a:buClr>
                <a:srgbClr val="FA9A5D"/>
              </a:buClr>
              <a:buSzPts val="2400"/>
              <a:buFont typeface="Arial"/>
              <a:buChar char="•"/>
            </a:pPr>
            <a:r>
              <a:rPr b="0" i="0" lang="en-US" sz="2400" u="none" cap="none" strike="noStrike">
                <a:solidFill>
                  <a:srgbClr val="FA9A5D"/>
                </a:solidFill>
                <a:latin typeface="Calibri"/>
                <a:ea typeface="Calibri"/>
                <a:cs typeface="Calibri"/>
                <a:sym typeface="Calibri"/>
              </a:rPr>
              <a:t> SRH service accessibility: </a:t>
            </a:r>
            <a:r>
              <a:rPr lang="en-US" sz="2400">
                <a:solidFill>
                  <a:srgbClr val="FA9A5D"/>
                </a:solidFill>
                <a:latin typeface="Calibri"/>
                <a:ea typeface="Calibri"/>
                <a:cs typeface="Calibri"/>
                <a:sym typeface="Calibri"/>
              </a:rPr>
              <a:t>Fingertip </a:t>
            </a:r>
            <a:r>
              <a:rPr b="0" i="0" lang="en-US" sz="2400" u="none" cap="none" strike="noStrike">
                <a:solidFill>
                  <a:srgbClr val="FA9A5D"/>
                </a:solidFill>
                <a:latin typeface="Calibri"/>
                <a:ea typeface="Calibri"/>
                <a:cs typeface="Calibri"/>
                <a:sym typeface="Calibri"/>
              </a:rPr>
              <a:t>access to confidential and affordable SRH services. </a:t>
            </a:r>
            <a:endParaRPr b="0" i="0" sz="2400" u="none" cap="none" strike="noStrike">
              <a:solidFill>
                <a:srgbClr val="FA9A5D"/>
              </a:solidFill>
              <a:latin typeface="Calibri"/>
              <a:ea typeface="Calibri"/>
              <a:cs typeface="Calibri"/>
              <a:sym typeface="Calibri"/>
            </a:endParaRPr>
          </a:p>
          <a:p>
            <a:pPr indent="-152400" lvl="0" marL="0" marR="0" rtl="0" algn="l">
              <a:spcBef>
                <a:spcPts val="0"/>
              </a:spcBef>
              <a:spcAft>
                <a:spcPts val="0"/>
              </a:spcAft>
              <a:buClr>
                <a:srgbClr val="FA9A5D"/>
              </a:buClr>
              <a:buSzPts val="2400"/>
              <a:buFont typeface="Arial"/>
              <a:buChar char="•"/>
            </a:pPr>
            <a:r>
              <a:rPr b="0" i="0" lang="en-US" sz="2400" u="none" cap="none" strike="noStrike">
                <a:solidFill>
                  <a:srgbClr val="FA9A5D"/>
                </a:solidFill>
                <a:latin typeface="Calibri"/>
                <a:ea typeface="Calibri"/>
                <a:cs typeface="Calibri"/>
                <a:sym typeface="Calibri"/>
              </a:rPr>
              <a:t> </a:t>
            </a:r>
            <a:r>
              <a:rPr lang="en-US" sz="2400">
                <a:solidFill>
                  <a:srgbClr val="FA9A5D"/>
                </a:solidFill>
                <a:latin typeface="Calibri"/>
                <a:ea typeface="Calibri"/>
                <a:cs typeface="Calibri"/>
                <a:sym typeface="Calibri"/>
              </a:rPr>
              <a:t>Proves to counterattack </a:t>
            </a:r>
            <a:r>
              <a:rPr b="0" i="0" lang="en-US" sz="2400" u="none" cap="none" strike="noStrike">
                <a:solidFill>
                  <a:srgbClr val="FA9A5D"/>
                </a:solidFill>
                <a:latin typeface="Calibri"/>
                <a:ea typeface="Calibri"/>
                <a:cs typeface="Calibri"/>
                <a:sym typeface="Calibri"/>
              </a:rPr>
              <a:t>Stigma </a:t>
            </a:r>
            <a:r>
              <a:rPr lang="en-US" sz="2400">
                <a:solidFill>
                  <a:srgbClr val="FA9A5D"/>
                </a:solidFill>
                <a:latin typeface="Calibri"/>
                <a:ea typeface="Calibri"/>
                <a:cs typeface="Calibri"/>
                <a:sym typeface="Calibri"/>
              </a:rPr>
              <a:t>around SRH.</a:t>
            </a:r>
            <a:endParaRPr>
              <a:solidFill>
                <a:srgbClr val="FA9A5D"/>
              </a:solidFill>
            </a:endParaRPr>
          </a:p>
          <a:p>
            <a:pPr indent="-152400" lvl="0" marL="0" marR="0" rtl="0" algn="l">
              <a:spcBef>
                <a:spcPts val="0"/>
              </a:spcBef>
              <a:spcAft>
                <a:spcPts val="0"/>
              </a:spcAft>
              <a:buClr>
                <a:srgbClr val="FA9A5D"/>
              </a:buClr>
              <a:buSzPts val="2400"/>
              <a:buFont typeface="Arial"/>
              <a:buChar char="•"/>
            </a:pPr>
            <a:r>
              <a:rPr b="0" i="0" lang="en-US" sz="2400" u="none" cap="none" strike="noStrike">
                <a:solidFill>
                  <a:srgbClr val="FA9A5D"/>
                </a:solidFill>
                <a:latin typeface="Calibri"/>
                <a:ea typeface="Calibri"/>
                <a:cs typeface="Calibri"/>
                <a:sym typeface="Calibri"/>
              </a:rPr>
              <a:t> Privacy</a:t>
            </a:r>
            <a:r>
              <a:rPr lang="en-US" sz="2400">
                <a:solidFill>
                  <a:srgbClr val="FA9A5D"/>
                </a:solidFill>
                <a:latin typeface="Calibri"/>
                <a:ea typeface="Calibri"/>
                <a:cs typeface="Calibri"/>
                <a:sym typeface="Calibri"/>
              </a:rPr>
              <a:t> &amp;</a:t>
            </a:r>
            <a:r>
              <a:rPr b="0" i="0" lang="en-US" sz="2400" u="none" cap="none" strike="noStrike">
                <a:solidFill>
                  <a:srgbClr val="FA9A5D"/>
                </a:solidFill>
                <a:latin typeface="Calibri"/>
                <a:ea typeface="Calibri"/>
                <a:cs typeface="Calibri"/>
                <a:sym typeface="Calibri"/>
              </a:rPr>
              <a:t> Non </a:t>
            </a:r>
            <a:r>
              <a:rPr lang="en-US" sz="2400">
                <a:solidFill>
                  <a:srgbClr val="FA9A5D"/>
                </a:solidFill>
                <a:latin typeface="Calibri"/>
                <a:ea typeface="Calibri"/>
                <a:cs typeface="Calibri"/>
                <a:sym typeface="Calibri"/>
              </a:rPr>
              <a:t>discriminatory </a:t>
            </a:r>
            <a:r>
              <a:rPr b="0" i="0" lang="en-US" sz="2400" u="none" cap="none" strike="noStrike">
                <a:solidFill>
                  <a:srgbClr val="FA9A5D"/>
                </a:solidFill>
                <a:latin typeface="Calibri"/>
                <a:ea typeface="Calibri"/>
                <a:cs typeface="Calibri"/>
                <a:sym typeface="Calibri"/>
              </a:rPr>
              <a:t>when seeking information</a:t>
            </a:r>
            <a:r>
              <a:rPr lang="en-US" sz="2400">
                <a:solidFill>
                  <a:srgbClr val="FA9A5D"/>
                </a:solidFill>
                <a:latin typeface="Calibri"/>
                <a:ea typeface="Calibri"/>
                <a:cs typeface="Calibri"/>
                <a:sym typeface="Calibri"/>
              </a:rPr>
              <a:t>.</a:t>
            </a:r>
            <a:endParaRPr b="0" i="0" sz="2400" u="none" cap="none" strike="noStrike">
              <a:solidFill>
                <a:srgbClr val="FA9A5D"/>
              </a:solidFill>
              <a:latin typeface="Calibri"/>
              <a:ea typeface="Calibri"/>
              <a:cs typeface="Calibri"/>
              <a:sym typeface="Calibri"/>
            </a:endParaRPr>
          </a:p>
          <a:p>
            <a:pPr indent="0" lvl="0" marL="0" marR="0" rtl="0" algn="just">
              <a:spcBef>
                <a:spcPts val="0"/>
              </a:spcBef>
              <a:spcAft>
                <a:spcPts val="0"/>
              </a:spcAft>
              <a:buNone/>
            </a:pPr>
            <a:r>
              <a:t/>
            </a:r>
            <a:endParaRPr b="0" i="0" sz="2400" u="none" cap="none" strike="noStrike">
              <a:solidFill>
                <a:srgbClr val="FA9A5D"/>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114" name="Shape 114"/>
        <p:cNvGrpSpPr/>
        <p:nvPr/>
      </p:nvGrpSpPr>
      <p:grpSpPr>
        <a:xfrm>
          <a:off x="0" y="0"/>
          <a:ext cx="0" cy="0"/>
          <a:chOff x="0" y="0"/>
          <a:chExt cx="0" cy="0"/>
        </a:xfrm>
      </p:grpSpPr>
      <p:sp>
        <p:nvSpPr>
          <p:cNvPr id="115" name="Google Shape;115;p5"/>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solidFill>
                  <a:srgbClr val="FA9A5D"/>
                </a:solidFill>
              </a:rPr>
              <a:t>Call to Action </a:t>
            </a:r>
            <a:endParaRPr>
              <a:solidFill>
                <a:srgbClr val="FA9A5D"/>
              </a:solidFill>
            </a:endParaRPr>
          </a:p>
        </p:txBody>
      </p:sp>
      <p:sp>
        <p:nvSpPr>
          <p:cNvPr id="116" name="Google Shape;116;p5"/>
          <p:cNvSpPr txBox="1"/>
          <p:nvPr/>
        </p:nvSpPr>
        <p:spPr>
          <a:xfrm>
            <a:off x="609600" y="1143000"/>
            <a:ext cx="8077200" cy="624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500" u="none" cap="none" strike="noStrike">
                <a:solidFill>
                  <a:srgbClr val="FA9A5D"/>
                </a:solidFill>
                <a:latin typeface="Calibri"/>
                <a:ea typeface="Calibri"/>
                <a:cs typeface="Calibri"/>
                <a:sym typeface="Calibri"/>
              </a:rPr>
              <a:t>We offer a special invitation to all interested </a:t>
            </a:r>
            <a:r>
              <a:rPr lang="en-US" sz="2500">
                <a:solidFill>
                  <a:srgbClr val="FA9A5D"/>
                </a:solidFill>
                <a:latin typeface="Calibri"/>
                <a:ea typeface="Calibri"/>
                <a:cs typeface="Calibri"/>
                <a:sym typeface="Calibri"/>
              </a:rPr>
              <a:t>stakeholders</a:t>
            </a:r>
            <a:r>
              <a:rPr b="0" i="0" lang="en-US" sz="2500" u="none" cap="none" strike="noStrike">
                <a:solidFill>
                  <a:srgbClr val="FA9A5D"/>
                </a:solidFill>
                <a:latin typeface="Calibri"/>
                <a:ea typeface="Calibri"/>
                <a:cs typeface="Calibri"/>
                <a:sym typeface="Calibri"/>
              </a:rPr>
              <a:t> at different levels as we work to improve and provide better services in these sectors below;</a:t>
            </a:r>
            <a:endParaRPr sz="2100">
              <a:solidFill>
                <a:srgbClr val="FA9A5D"/>
              </a:solidFill>
            </a:endParaRPr>
          </a:p>
          <a:p>
            <a:pPr indent="0" lvl="0" marL="0" marR="0" rtl="0" algn="l">
              <a:spcBef>
                <a:spcPts val="0"/>
              </a:spcBef>
              <a:spcAft>
                <a:spcPts val="0"/>
              </a:spcAft>
              <a:buNone/>
            </a:pPr>
            <a:r>
              <a:t/>
            </a:r>
            <a:endParaRPr sz="2500">
              <a:solidFill>
                <a:srgbClr val="FA9A5D"/>
              </a:solidFill>
              <a:latin typeface="Calibri"/>
              <a:ea typeface="Calibri"/>
              <a:cs typeface="Calibri"/>
              <a:sym typeface="Calibri"/>
            </a:endParaRPr>
          </a:p>
          <a:p>
            <a:pPr indent="0" lvl="0" marL="0" marR="0" rtl="0" algn="l">
              <a:spcBef>
                <a:spcPts val="0"/>
              </a:spcBef>
              <a:spcAft>
                <a:spcPts val="0"/>
              </a:spcAft>
              <a:buNone/>
            </a:pPr>
            <a:r>
              <a:rPr b="1" lang="en-US" sz="2500">
                <a:solidFill>
                  <a:srgbClr val="FA9A5D"/>
                </a:solidFill>
                <a:latin typeface="Calibri"/>
                <a:ea typeface="Calibri"/>
                <a:cs typeface="Calibri"/>
                <a:sym typeface="Calibri"/>
              </a:rPr>
              <a:t>Collaborators and partners</a:t>
            </a:r>
            <a:endParaRPr sz="2100">
              <a:solidFill>
                <a:srgbClr val="FA9A5D"/>
              </a:solidFill>
            </a:endParaRPr>
          </a:p>
          <a:p>
            <a:pPr indent="-158750" lvl="1" marL="0" marR="0" rtl="0" algn="l">
              <a:spcBef>
                <a:spcPts val="0"/>
              </a:spcBef>
              <a:spcAft>
                <a:spcPts val="0"/>
              </a:spcAft>
              <a:buClr>
                <a:srgbClr val="FA9A5D"/>
              </a:buClr>
              <a:buSzPts val="2500"/>
              <a:buFont typeface="Arial"/>
              <a:buChar char="•"/>
            </a:pPr>
            <a:r>
              <a:rPr b="0" i="0" lang="en-US" sz="2500" u="none" cap="none" strike="noStrike">
                <a:solidFill>
                  <a:srgbClr val="FA9A5D"/>
                </a:solidFill>
                <a:latin typeface="Calibri"/>
                <a:ea typeface="Calibri"/>
                <a:cs typeface="Calibri"/>
                <a:sym typeface="Calibri"/>
              </a:rPr>
              <a:t> Improve Apps next version: Optimizing the user interface and expanding functionality.</a:t>
            </a:r>
            <a:endParaRPr sz="2100">
              <a:solidFill>
                <a:srgbClr val="FA9A5D"/>
              </a:solidFill>
            </a:endParaRPr>
          </a:p>
          <a:p>
            <a:pPr indent="-158750" lvl="1" marL="0" marR="0" rtl="0" algn="l">
              <a:spcBef>
                <a:spcPts val="0"/>
              </a:spcBef>
              <a:spcAft>
                <a:spcPts val="0"/>
              </a:spcAft>
              <a:buClr>
                <a:srgbClr val="FA9A5D"/>
              </a:buClr>
              <a:buSzPts val="2500"/>
              <a:buFont typeface="Arial"/>
              <a:buChar char="•"/>
            </a:pPr>
            <a:r>
              <a:rPr b="0" i="0" lang="en-US" sz="2500" u="none" cap="none" strike="noStrike">
                <a:solidFill>
                  <a:srgbClr val="FA9A5D"/>
                </a:solidFill>
                <a:latin typeface="Calibri"/>
                <a:ea typeface="Calibri"/>
                <a:cs typeface="Calibri"/>
                <a:sym typeface="Calibri"/>
              </a:rPr>
              <a:t> Expand outreach and awareness.</a:t>
            </a:r>
            <a:endParaRPr sz="2100">
              <a:solidFill>
                <a:srgbClr val="FA9A5D"/>
              </a:solidFill>
            </a:endParaRPr>
          </a:p>
          <a:p>
            <a:pPr indent="0" lvl="0" marL="0" marR="0" rtl="0" algn="l">
              <a:spcBef>
                <a:spcPts val="0"/>
              </a:spcBef>
              <a:spcAft>
                <a:spcPts val="0"/>
              </a:spcAft>
              <a:buNone/>
            </a:pPr>
            <a:r>
              <a:t/>
            </a:r>
            <a:endParaRPr sz="2500">
              <a:solidFill>
                <a:srgbClr val="FA9A5D"/>
              </a:solidFill>
              <a:latin typeface="Calibri"/>
              <a:ea typeface="Calibri"/>
              <a:cs typeface="Calibri"/>
              <a:sym typeface="Calibri"/>
            </a:endParaRPr>
          </a:p>
          <a:p>
            <a:pPr indent="0" lvl="0" marL="0" marR="0" rtl="0" algn="l">
              <a:spcBef>
                <a:spcPts val="0"/>
              </a:spcBef>
              <a:spcAft>
                <a:spcPts val="0"/>
              </a:spcAft>
              <a:buNone/>
            </a:pPr>
            <a:r>
              <a:rPr b="1" lang="en-US" sz="2500">
                <a:solidFill>
                  <a:srgbClr val="FA9A5D"/>
                </a:solidFill>
                <a:latin typeface="Calibri"/>
                <a:ea typeface="Calibri"/>
                <a:cs typeface="Calibri"/>
                <a:sym typeface="Calibri"/>
              </a:rPr>
              <a:t>Technical development</a:t>
            </a:r>
            <a:endParaRPr b="1" sz="2500">
              <a:solidFill>
                <a:srgbClr val="FA9A5D"/>
              </a:solidFill>
              <a:latin typeface="Calibri"/>
              <a:ea typeface="Calibri"/>
              <a:cs typeface="Calibri"/>
              <a:sym typeface="Calibri"/>
            </a:endParaRPr>
          </a:p>
          <a:p>
            <a:pPr indent="-158750" lvl="1" marL="0" marR="0" rtl="0" algn="l">
              <a:spcBef>
                <a:spcPts val="0"/>
              </a:spcBef>
              <a:spcAft>
                <a:spcPts val="0"/>
              </a:spcAft>
              <a:buClr>
                <a:srgbClr val="FA9A5D"/>
              </a:buClr>
              <a:buSzPts val="2500"/>
              <a:buFont typeface="Calibri"/>
              <a:buChar char="•"/>
            </a:pPr>
            <a:r>
              <a:rPr lang="en-US" sz="2500">
                <a:solidFill>
                  <a:srgbClr val="FA9A5D"/>
                </a:solidFill>
                <a:latin typeface="Calibri"/>
                <a:ea typeface="Calibri"/>
                <a:cs typeface="Calibri"/>
                <a:sym typeface="Calibri"/>
              </a:rPr>
              <a:t>Debugging</a:t>
            </a:r>
            <a:endParaRPr sz="2500">
              <a:solidFill>
                <a:srgbClr val="FA9A5D"/>
              </a:solidFill>
              <a:latin typeface="Calibri"/>
              <a:ea typeface="Calibri"/>
              <a:cs typeface="Calibri"/>
              <a:sym typeface="Calibri"/>
            </a:endParaRPr>
          </a:p>
          <a:p>
            <a:pPr indent="-158750" lvl="1" marL="0" marR="0" rtl="0" algn="l">
              <a:spcBef>
                <a:spcPts val="0"/>
              </a:spcBef>
              <a:spcAft>
                <a:spcPts val="0"/>
              </a:spcAft>
              <a:buClr>
                <a:srgbClr val="FA9A5D"/>
              </a:buClr>
              <a:buSzPts val="2500"/>
              <a:buFont typeface="Arial"/>
              <a:buChar char="•"/>
            </a:pPr>
            <a:r>
              <a:rPr b="0" i="0" lang="en-US" sz="2500" u="none" cap="none" strike="noStrike">
                <a:solidFill>
                  <a:srgbClr val="FA9A5D"/>
                </a:solidFill>
                <a:latin typeface="Calibri"/>
                <a:ea typeface="Calibri"/>
                <a:cs typeface="Calibri"/>
                <a:sym typeface="Calibri"/>
              </a:rPr>
              <a:t> App security and data privacy features</a:t>
            </a:r>
            <a:endParaRPr sz="2500">
              <a:solidFill>
                <a:srgbClr val="FA9A5D"/>
              </a:solidFill>
              <a:latin typeface="Calibri"/>
              <a:ea typeface="Calibri"/>
              <a:cs typeface="Calibri"/>
              <a:sym typeface="Calibri"/>
            </a:endParaRPr>
          </a:p>
          <a:p>
            <a:pPr indent="-158750" lvl="1" marL="0" marR="0" rtl="0" algn="l">
              <a:spcBef>
                <a:spcPts val="0"/>
              </a:spcBef>
              <a:spcAft>
                <a:spcPts val="0"/>
              </a:spcAft>
              <a:buClr>
                <a:srgbClr val="FA9A5D"/>
              </a:buClr>
              <a:buSzPts val="2500"/>
              <a:buFont typeface="Arial"/>
              <a:buChar char="•"/>
            </a:pPr>
            <a:r>
              <a:rPr b="0" i="0" lang="en-US" sz="2500" u="none" cap="none" strike="noStrike">
                <a:solidFill>
                  <a:srgbClr val="FA9A5D"/>
                </a:solidFill>
                <a:latin typeface="Calibri"/>
                <a:ea typeface="Calibri"/>
                <a:cs typeface="Calibri"/>
                <a:sym typeface="Calibri"/>
              </a:rPr>
              <a:t> IOS version</a:t>
            </a:r>
            <a:endParaRPr sz="2100">
              <a:solidFill>
                <a:srgbClr val="FA9A5D"/>
              </a:solidFill>
            </a:endParaRPr>
          </a:p>
          <a:p>
            <a:pPr indent="-158750" lvl="1" marL="0" marR="0" rtl="0" algn="l">
              <a:spcBef>
                <a:spcPts val="0"/>
              </a:spcBef>
              <a:spcAft>
                <a:spcPts val="0"/>
              </a:spcAft>
              <a:buClr>
                <a:srgbClr val="FA9A5D"/>
              </a:buClr>
              <a:buSzPts val="2500"/>
              <a:buFont typeface="Arial"/>
              <a:buChar char="•"/>
            </a:pPr>
            <a:r>
              <a:rPr b="0" i="0" lang="en-US" sz="2500" u="none" cap="none" strike="noStrike">
                <a:solidFill>
                  <a:srgbClr val="FA9A5D"/>
                </a:solidFill>
                <a:latin typeface="Calibri"/>
                <a:ea typeface="Calibri"/>
                <a:cs typeface="Calibri"/>
                <a:sym typeface="Calibri"/>
              </a:rPr>
              <a:t> USSD</a:t>
            </a:r>
            <a:endParaRPr b="0" i="0" sz="2500" u="none" cap="none" strike="noStrike">
              <a:solidFill>
                <a:srgbClr val="FA9A5D"/>
              </a:solidFill>
              <a:latin typeface="Calibri"/>
              <a:ea typeface="Calibri"/>
              <a:cs typeface="Calibri"/>
              <a:sym typeface="Calibri"/>
            </a:endParaRPr>
          </a:p>
          <a:p>
            <a:pPr indent="0" lvl="0" marL="0" marR="0" rtl="0" algn="l">
              <a:spcBef>
                <a:spcPts val="0"/>
              </a:spcBef>
              <a:spcAft>
                <a:spcPts val="0"/>
              </a:spcAft>
              <a:buNone/>
            </a:pPr>
            <a:r>
              <a:t/>
            </a:r>
            <a:endParaRPr sz="2500">
              <a:solidFill>
                <a:srgbClr val="FA9A5D"/>
              </a:solidFill>
              <a:latin typeface="Calibri"/>
              <a:ea typeface="Calibri"/>
              <a:cs typeface="Calibri"/>
              <a:sym typeface="Calibri"/>
            </a:endParaRPr>
          </a:p>
          <a:p>
            <a:pPr indent="0" lvl="0" marL="0" marR="0" rtl="0" algn="l">
              <a:spcBef>
                <a:spcPts val="0"/>
              </a:spcBef>
              <a:spcAft>
                <a:spcPts val="0"/>
              </a:spcAft>
              <a:buNone/>
            </a:pPr>
            <a:r>
              <a:t/>
            </a:r>
            <a:endParaRPr sz="2500">
              <a:solidFill>
                <a:srgbClr val="FA9A5D"/>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121" name="Shape 121"/>
        <p:cNvGrpSpPr/>
        <p:nvPr/>
      </p:nvGrpSpPr>
      <p:grpSpPr>
        <a:xfrm>
          <a:off x="0" y="0"/>
          <a:ext cx="0" cy="0"/>
          <a:chOff x="0" y="0"/>
          <a:chExt cx="0" cy="0"/>
        </a:xfrm>
      </p:grpSpPr>
      <p:sp>
        <p:nvSpPr>
          <p:cNvPr id="122" name="Google Shape;122;g2f5ca4b0b0d_1_2"/>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b="1" lang="en-US" sz="2800">
                <a:solidFill>
                  <a:srgbClr val="FA9A5D"/>
                </a:solidFill>
              </a:rPr>
              <a:t>Contact Us: </a:t>
            </a:r>
            <a:endParaRPr>
              <a:solidFill>
                <a:srgbClr val="FA9A5D"/>
              </a:solidFill>
            </a:endParaRPr>
          </a:p>
        </p:txBody>
      </p:sp>
      <p:sp>
        <p:nvSpPr>
          <p:cNvPr id="123" name="Google Shape;123;g2f5ca4b0b0d_1_2"/>
          <p:cNvSpPr txBox="1"/>
          <p:nvPr>
            <p:ph idx="1" type="body"/>
          </p:nvPr>
        </p:nvSpPr>
        <p:spPr>
          <a:xfrm>
            <a:off x="146725" y="1417650"/>
            <a:ext cx="4038600" cy="4526100"/>
          </a:xfrm>
          <a:prstGeom prst="rect">
            <a:avLst/>
          </a:prstGeom>
        </p:spPr>
        <p:txBody>
          <a:bodyPr anchorCtr="0" anchor="t" bIns="45700" lIns="91425" spcFirstLastPara="1" rIns="91425" wrap="square" tIns="45700">
            <a:normAutofit/>
          </a:bodyPr>
          <a:lstStyle/>
          <a:p>
            <a:pPr indent="0" lvl="0" marL="0" rtl="0" algn="l">
              <a:spcBef>
                <a:spcPts val="560"/>
              </a:spcBef>
              <a:spcAft>
                <a:spcPts val="0"/>
              </a:spcAft>
              <a:buNone/>
            </a:pPr>
            <a:r>
              <a:rPr lang="en-US">
                <a:solidFill>
                  <a:srgbClr val="FA9A5D"/>
                </a:solidFill>
              </a:rPr>
              <a:t>Social Media:</a:t>
            </a:r>
            <a:endParaRPr>
              <a:solidFill>
                <a:srgbClr val="FA9A5D"/>
              </a:solidFill>
            </a:endParaRPr>
          </a:p>
          <a:p>
            <a:pPr indent="0" lvl="0" marL="0" rtl="0" algn="l">
              <a:spcBef>
                <a:spcPts val="560"/>
              </a:spcBef>
              <a:spcAft>
                <a:spcPts val="0"/>
              </a:spcAft>
              <a:buNone/>
            </a:pPr>
            <a:r>
              <a:t/>
            </a:r>
            <a:endParaRPr/>
          </a:p>
        </p:txBody>
      </p:sp>
      <p:sp>
        <p:nvSpPr>
          <p:cNvPr id="124" name="Google Shape;124;g2f5ca4b0b0d_1_2"/>
          <p:cNvSpPr txBox="1"/>
          <p:nvPr>
            <p:ph idx="2" type="body"/>
          </p:nvPr>
        </p:nvSpPr>
        <p:spPr>
          <a:xfrm>
            <a:off x="4648200" y="1600200"/>
            <a:ext cx="4038600" cy="4526100"/>
          </a:xfrm>
          <a:prstGeom prst="rect">
            <a:avLst/>
          </a:prstGeom>
        </p:spPr>
        <p:txBody>
          <a:bodyPr anchorCtr="0" anchor="t" bIns="45700" lIns="91425" spcFirstLastPara="1" rIns="91425" wrap="square" tIns="45700">
            <a:normAutofit/>
          </a:bodyPr>
          <a:lstStyle/>
          <a:p>
            <a:pPr indent="0" lvl="0" marL="0" rtl="0" algn="l">
              <a:spcBef>
                <a:spcPts val="560"/>
              </a:spcBef>
              <a:spcAft>
                <a:spcPts val="0"/>
              </a:spcAft>
              <a:buNone/>
            </a:pPr>
            <a:r>
              <a:rPr lang="en-US">
                <a:solidFill>
                  <a:srgbClr val="FA9A5D"/>
                </a:solidFill>
              </a:rPr>
              <a:t>Tel</a:t>
            </a:r>
            <a:endParaRPr>
              <a:solidFill>
                <a:srgbClr val="FA9A5D"/>
              </a:solidFill>
            </a:endParaRPr>
          </a:p>
        </p:txBody>
      </p:sp>
      <p:pic>
        <p:nvPicPr>
          <p:cNvPr id="125" name="Google Shape;125;g2f5ca4b0b0d_1_2" title="TikTok icon | Free SVG"/>
          <p:cNvPicPr preferRelativeResize="0"/>
          <p:nvPr/>
        </p:nvPicPr>
        <p:blipFill>
          <a:blip r:embed="rId3">
            <a:alphaModFix/>
          </a:blip>
          <a:stretch>
            <a:fillRect/>
          </a:stretch>
        </p:blipFill>
        <p:spPr>
          <a:xfrm flipH="1">
            <a:off x="543975" y="2292100"/>
            <a:ext cx="556226" cy="556226"/>
          </a:xfrm>
          <a:prstGeom prst="rect">
            <a:avLst/>
          </a:prstGeom>
          <a:noFill/>
          <a:ln>
            <a:noFill/>
          </a:ln>
        </p:spPr>
      </p:pic>
      <p:pic>
        <p:nvPicPr>
          <p:cNvPr id="126" name="Google Shape;126;g2f5ca4b0b0d_1_2" title="File:Facebook icon.svg - Wikimedia Commons"/>
          <p:cNvPicPr preferRelativeResize="0"/>
          <p:nvPr/>
        </p:nvPicPr>
        <p:blipFill rotWithShape="1">
          <a:blip r:embed="rId4">
            <a:alphaModFix/>
          </a:blip>
          <a:srcRect b="0" l="21550" r="0" t="0"/>
          <a:stretch/>
        </p:blipFill>
        <p:spPr>
          <a:xfrm>
            <a:off x="623425" y="3074499"/>
            <a:ext cx="556225" cy="709000"/>
          </a:xfrm>
          <a:prstGeom prst="rect">
            <a:avLst/>
          </a:prstGeom>
          <a:noFill/>
          <a:ln>
            <a:noFill/>
          </a:ln>
        </p:spPr>
      </p:pic>
      <p:pic>
        <p:nvPicPr>
          <p:cNvPr id="127" name="Google Shape;127;g2f5ca4b0b0d_1_2" title="Free Images : web, symbol, circle, brand, mail, font, logo, email ..."/>
          <p:cNvPicPr preferRelativeResize="0"/>
          <p:nvPr/>
        </p:nvPicPr>
        <p:blipFill rotWithShape="1">
          <a:blip r:embed="rId5">
            <a:alphaModFix/>
          </a:blip>
          <a:srcRect b="0" l="28315" r="29212" t="-27469"/>
          <a:stretch/>
        </p:blipFill>
        <p:spPr>
          <a:xfrm>
            <a:off x="596184" y="3946950"/>
            <a:ext cx="451809" cy="709001"/>
          </a:xfrm>
          <a:prstGeom prst="rect">
            <a:avLst/>
          </a:prstGeom>
          <a:noFill/>
          <a:ln>
            <a:noFill/>
          </a:ln>
        </p:spPr>
      </p:pic>
      <p:sp>
        <p:nvSpPr>
          <p:cNvPr id="128" name="Google Shape;128;g2f5ca4b0b0d_1_2"/>
          <p:cNvSpPr txBox="1"/>
          <p:nvPr/>
        </p:nvSpPr>
        <p:spPr>
          <a:xfrm>
            <a:off x="1412700" y="3845000"/>
            <a:ext cx="2680200" cy="55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900">
                <a:solidFill>
                  <a:srgbClr val="FA9A5D"/>
                </a:solidFill>
                <a:latin typeface="Calibri"/>
                <a:ea typeface="Calibri"/>
                <a:cs typeface="Calibri"/>
                <a:sym typeface="Calibri"/>
              </a:rPr>
              <a:t>info@wekume.com</a:t>
            </a:r>
            <a:endParaRPr sz="1900">
              <a:solidFill>
                <a:srgbClr val="FA9A5D"/>
              </a:solidFill>
              <a:latin typeface="Calibri"/>
              <a:ea typeface="Calibri"/>
              <a:cs typeface="Calibri"/>
              <a:sym typeface="Calibri"/>
            </a:endParaRPr>
          </a:p>
        </p:txBody>
      </p:sp>
      <p:sp>
        <p:nvSpPr>
          <p:cNvPr id="129" name="Google Shape;129;g2f5ca4b0b0d_1_2"/>
          <p:cNvSpPr txBox="1"/>
          <p:nvPr/>
        </p:nvSpPr>
        <p:spPr>
          <a:xfrm>
            <a:off x="1485300" y="4437550"/>
            <a:ext cx="2535000" cy="45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700">
                <a:solidFill>
                  <a:srgbClr val="FA9A5D"/>
                </a:solidFill>
                <a:latin typeface="Calibri"/>
                <a:ea typeface="Calibri"/>
                <a:cs typeface="Calibri"/>
                <a:sym typeface="Calibri"/>
              </a:rPr>
              <a:t>wekumeinfo@gmail.com</a:t>
            </a:r>
            <a:endParaRPr sz="1700">
              <a:solidFill>
                <a:srgbClr val="FA9A5D"/>
              </a:solidFill>
              <a:latin typeface="Calibri"/>
              <a:ea typeface="Calibri"/>
              <a:cs typeface="Calibri"/>
              <a:sym typeface="Calibri"/>
            </a:endParaRPr>
          </a:p>
        </p:txBody>
      </p:sp>
      <p:sp>
        <p:nvSpPr>
          <p:cNvPr id="130" name="Google Shape;130;g2f5ca4b0b0d_1_2"/>
          <p:cNvSpPr txBox="1"/>
          <p:nvPr/>
        </p:nvSpPr>
        <p:spPr>
          <a:xfrm>
            <a:off x="1646425" y="3074500"/>
            <a:ext cx="2535000" cy="45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500">
                <a:solidFill>
                  <a:srgbClr val="FA9A5D"/>
                </a:solidFill>
                <a:latin typeface="Calibri"/>
                <a:ea typeface="Calibri"/>
                <a:cs typeface="Calibri"/>
                <a:sym typeface="Calibri"/>
              </a:rPr>
              <a:t>wekume</a:t>
            </a:r>
            <a:endParaRPr sz="2500">
              <a:solidFill>
                <a:srgbClr val="FA9A5D"/>
              </a:solidFill>
              <a:latin typeface="Calibri"/>
              <a:ea typeface="Calibri"/>
              <a:cs typeface="Calibri"/>
              <a:sym typeface="Calibri"/>
            </a:endParaRPr>
          </a:p>
        </p:txBody>
      </p:sp>
      <p:sp>
        <p:nvSpPr>
          <p:cNvPr id="131" name="Google Shape;131;g2f5ca4b0b0d_1_2"/>
          <p:cNvSpPr txBox="1"/>
          <p:nvPr/>
        </p:nvSpPr>
        <p:spPr>
          <a:xfrm>
            <a:off x="1646425" y="2184975"/>
            <a:ext cx="2851200" cy="45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400">
                <a:solidFill>
                  <a:srgbClr val="FA9A5D"/>
                </a:solidFill>
                <a:latin typeface="Calibri"/>
                <a:ea typeface="Calibri"/>
                <a:cs typeface="Calibri"/>
                <a:sym typeface="Calibri"/>
              </a:rPr>
              <a:t>wekume</a:t>
            </a:r>
            <a:endParaRPr sz="2200">
              <a:solidFill>
                <a:srgbClr val="FA9A5D"/>
              </a:solidFill>
              <a:latin typeface="Calibri"/>
              <a:ea typeface="Calibri"/>
              <a:cs typeface="Calibri"/>
              <a:sym typeface="Calibri"/>
            </a:endParaRPr>
          </a:p>
        </p:txBody>
      </p:sp>
      <p:sp>
        <p:nvSpPr>
          <p:cNvPr id="132" name="Google Shape;132;g2f5ca4b0b0d_1_2"/>
          <p:cNvSpPr txBox="1"/>
          <p:nvPr/>
        </p:nvSpPr>
        <p:spPr>
          <a:xfrm>
            <a:off x="5164025" y="2136063"/>
            <a:ext cx="3355800" cy="55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700">
                <a:solidFill>
                  <a:srgbClr val="FA9A5D"/>
                </a:solidFill>
                <a:latin typeface="Calibri"/>
                <a:ea typeface="Calibri"/>
                <a:cs typeface="Calibri"/>
                <a:sym typeface="Calibri"/>
              </a:rPr>
              <a:t>0784049640</a:t>
            </a:r>
            <a:endParaRPr sz="2700">
              <a:solidFill>
                <a:srgbClr val="FA9A5D"/>
              </a:solidFill>
              <a:latin typeface="Calibri"/>
              <a:ea typeface="Calibri"/>
              <a:cs typeface="Calibri"/>
              <a:sym typeface="Calibri"/>
            </a:endParaRPr>
          </a:p>
        </p:txBody>
      </p:sp>
      <p:sp>
        <p:nvSpPr>
          <p:cNvPr id="133" name="Google Shape;133;g2f5ca4b0b0d_1_2"/>
          <p:cNvSpPr txBox="1"/>
          <p:nvPr/>
        </p:nvSpPr>
        <p:spPr>
          <a:xfrm>
            <a:off x="5164025" y="2848325"/>
            <a:ext cx="2535000" cy="55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800">
                <a:solidFill>
                  <a:srgbClr val="FA9A5D"/>
                </a:solidFill>
                <a:latin typeface="Calibri"/>
                <a:ea typeface="Calibri"/>
                <a:cs typeface="Calibri"/>
                <a:sym typeface="Calibri"/>
              </a:rPr>
              <a:t>0701117234</a:t>
            </a:r>
            <a:endParaRPr sz="2800">
              <a:solidFill>
                <a:srgbClr val="FA9A5D"/>
              </a:solidFill>
              <a:latin typeface="Calibri"/>
              <a:ea typeface="Calibri"/>
              <a:cs typeface="Calibri"/>
              <a:sym typeface="Calibri"/>
            </a:endParaRPr>
          </a:p>
        </p:txBody>
      </p:sp>
      <p:sp>
        <p:nvSpPr>
          <p:cNvPr id="134" name="Google Shape;134;g2f5ca4b0b0d_1_2"/>
          <p:cNvSpPr txBox="1"/>
          <p:nvPr/>
        </p:nvSpPr>
        <p:spPr>
          <a:xfrm>
            <a:off x="5244350" y="3560575"/>
            <a:ext cx="2535000" cy="55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700">
                <a:solidFill>
                  <a:srgbClr val="FA9A5D"/>
                </a:solidFill>
                <a:latin typeface="Calibri"/>
                <a:ea typeface="Calibri"/>
                <a:cs typeface="Calibri"/>
                <a:sym typeface="Calibri"/>
              </a:rPr>
              <a:t>0753777984</a:t>
            </a:r>
            <a:endParaRPr sz="2700">
              <a:solidFill>
                <a:srgbClr val="FA9A5D"/>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138" name="Shape 138"/>
        <p:cNvGrpSpPr/>
        <p:nvPr/>
      </p:nvGrpSpPr>
      <p:grpSpPr>
        <a:xfrm>
          <a:off x="0" y="0"/>
          <a:ext cx="0" cy="0"/>
          <a:chOff x="0" y="0"/>
          <a:chExt cx="0" cy="0"/>
        </a:xfrm>
      </p:grpSpPr>
      <p:sp>
        <p:nvSpPr>
          <p:cNvPr id="139" name="Google Shape;139;p6"/>
          <p:cNvSpPr txBox="1"/>
          <p:nvPr>
            <p:ph type="title"/>
          </p:nvPr>
        </p:nvSpPr>
        <p:spPr>
          <a:xfrm>
            <a:off x="457200" y="2895600"/>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6000"/>
              <a:buFont typeface="Calibri"/>
              <a:buNone/>
            </a:pPr>
            <a:r>
              <a:rPr b="1" lang="en-US" sz="6000">
                <a:solidFill>
                  <a:srgbClr val="FA9A5D"/>
                </a:solidFill>
              </a:rPr>
              <a:t>    THANK YOU FOR</a:t>
            </a:r>
            <a:br>
              <a:rPr b="1" lang="en-US" sz="6000">
                <a:solidFill>
                  <a:srgbClr val="FA9A5D"/>
                </a:solidFill>
              </a:rPr>
            </a:br>
            <a:r>
              <a:rPr b="1" lang="en-US" sz="6000">
                <a:solidFill>
                  <a:srgbClr val="FA9A5D"/>
                </a:solidFill>
              </a:rPr>
              <a:t>        YOUR TIME</a:t>
            </a:r>
            <a:endParaRPr b="1" sz="6000">
              <a:solidFill>
                <a:srgbClr val="FA9A5D"/>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390B25"/>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2024-08-23T15:55:45Z</dcterms:created>
  <dc:creator>TechCharities</dc:creator>
</cp:coreProperties>
</file>