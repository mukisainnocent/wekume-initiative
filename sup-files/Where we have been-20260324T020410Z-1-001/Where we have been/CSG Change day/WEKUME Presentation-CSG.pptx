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jABEQIBbsF+Dy/zFHh3I8jLSst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9be00942b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19be0094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19be00942b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9be00942b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19be00942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19be00942b_0_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9be00942b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19be00942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319be00942b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9be00942b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19be00942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19be00942b_0_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19be00942b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19be00942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19be00942b_0_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5ca4b0b0d_1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2f5ca4b0b0d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2f5ca4b0b0d_1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1229575" y="3821650"/>
            <a:ext cx="61464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400">
                <a:solidFill>
                  <a:srgbClr val="FA9A5D"/>
                </a:solidFill>
              </a:rPr>
              <a:t>#protectyourself</a:t>
            </a:r>
            <a:endParaRPr sz="2400">
              <a:solidFill>
                <a:srgbClr val="FA9A5D"/>
              </a:solidFill>
            </a:endParaRPr>
          </a:p>
        </p:txBody>
      </p:sp>
      <p:pic>
        <p:nvPicPr>
          <p:cNvPr descr="3.png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6869" y="2183550"/>
            <a:ext cx="4104762" cy="16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619675" y="619650"/>
            <a:ext cx="7560300" cy="56187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1859100" y="274650"/>
            <a:ext cx="5453400" cy="9648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solidFill>
                  <a:schemeClr val="accent6"/>
                </a:solidFill>
              </a:rPr>
              <a:t>WHO WE ARE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609600" y="1371600"/>
            <a:ext cx="79248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Platform that puts sexual and reproductive health services at the fingertips of students.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457200" y="2392225"/>
            <a:ext cx="3674100" cy="33297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SafeChat</a:t>
            </a:r>
            <a:endParaRPr b="0" i="0" sz="32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Circumcision</a:t>
            </a:r>
            <a:endParaRPr b="0" i="0" sz="32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QuickTest</a:t>
            </a:r>
            <a:endParaRPr b="0" i="0" sz="32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4978225" y="2392225"/>
            <a:ext cx="3556200" cy="33297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Medical tips</a:t>
            </a:r>
            <a:endParaRPr b="0" i="0" sz="32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Shop</a:t>
            </a:r>
            <a:endParaRPr b="0" i="0" sz="32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ARV Corner</a:t>
            </a:r>
            <a:endParaRPr b="0" i="0" sz="32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9be00942b_0_0"/>
          <p:cNvSpPr txBox="1"/>
          <p:nvPr>
            <p:ph type="title"/>
          </p:nvPr>
        </p:nvSpPr>
        <p:spPr>
          <a:xfrm>
            <a:off x="1528600" y="130100"/>
            <a:ext cx="6383100" cy="6342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454"/>
              <a:buNone/>
            </a:pPr>
            <a:r>
              <a:rPr lang="en-US">
                <a:solidFill>
                  <a:schemeClr val="accent6"/>
                </a:solidFill>
              </a:rPr>
              <a:t>Our Beliefs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05" name="Google Shape;105;g319be00942b_0_0"/>
          <p:cNvSpPr txBox="1"/>
          <p:nvPr>
            <p:ph idx="1" type="body"/>
          </p:nvPr>
        </p:nvSpPr>
        <p:spPr>
          <a:xfrm>
            <a:off x="702325" y="984250"/>
            <a:ext cx="4572000" cy="16692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accent6"/>
                </a:solidFill>
              </a:rPr>
              <a:t>Learn: </a:t>
            </a:r>
            <a:endParaRPr>
              <a:solidFill>
                <a:schemeClr val="accent6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accent6"/>
                </a:solidFill>
              </a:rPr>
              <a:t>Acquiring new knowledge and skills 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06" name="Google Shape;106;g319be00942b_0_0"/>
          <p:cNvSpPr txBox="1"/>
          <p:nvPr>
            <p:ph idx="2" type="body"/>
          </p:nvPr>
        </p:nvSpPr>
        <p:spPr>
          <a:xfrm>
            <a:off x="3966525" y="2873413"/>
            <a:ext cx="4495800" cy="18288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accent6"/>
                </a:solidFill>
              </a:rPr>
              <a:t>Unlearn:</a:t>
            </a:r>
            <a:endParaRPr>
              <a:solidFill>
                <a:schemeClr val="accent6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accent6"/>
                </a:solidFill>
              </a:rPr>
              <a:t>Letting go of outdated beliefs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07" name="Google Shape;107;g319be00942b_0_0"/>
          <p:cNvSpPr txBox="1"/>
          <p:nvPr/>
        </p:nvSpPr>
        <p:spPr>
          <a:xfrm>
            <a:off x="827650" y="4922175"/>
            <a:ext cx="4968600" cy="16692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Relearn: </a:t>
            </a:r>
            <a:endParaRPr b="0" i="0" sz="28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Embracing growth through fresh perspectives.</a:t>
            </a:r>
            <a:endParaRPr b="0" i="0" sz="32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9be00942b_0_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accent6"/>
                </a:solidFill>
              </a:rPr>
              <a:t>Our vision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14" name="Google Shape;114;g319be00942b_0_18"/>
          <p:cNvSpPr txBox="1"/>
          <p:nvPr>
            <p:ph idx="1" type="body"/>
          </p:nvPr>
        </p:nvSpPr>
        <p:spPr>
          <a:xfrm>
            <a:off x="271275" y="1889375"/>
            <a:ext cx="3860100" cy="45261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3600">
                <a:solidFill>
                  <a:schemeClr val="accent6"/>
                </a:solidFill>
              </a:rPr>
              <a:t>Empower students to make informed and responsible reproductive health decisions.</a:t>
            </a:r>
            <a:endParaRPr sz="3600">
              <a:solidFill>
                <a:schemeClr val="accent6"/>
              </a:solidFill>
            </a:endParaRPr>
          </a:p>
        </p:txBody>
      </p:sp>
      <p:sp>
        <p:nvSpPr>
          <p:cNvPr id="115" name="Google Shape;115;g319be00942b_0_18"/>
          <p:cNvSpPr txBox="1"/>
          <p:nvPr>
            <p:ph idx="2" type="body"/>
          </p:nvPr>
        </p:nvSpPr>
        <p:spPr>
          <a:xfrm>
            <a:off x="4792800" y="1889375"/>
            <a:ext cx="4038600" cy="45261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>
                <a:solidFill>
                  <a:schemeClr val="accent6"/>
                </a:solidFill>
              </a:rPr>
              <a:t>Fostering healthier lives and brighter futures within academic communities.</a:t>
            </a:r>
            <a:endParaRPr sz="37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9be00942b_0_8"/>
          <p:cNvSpPr txBox="1"/>
          <p:nvPr>
            <p:ph type="title"/>
          </p:nvPr>
        </p:nvSpPr>
        <p:spPr>
          <a:xfrm>
            <a:off x="1136125" y="729075"/>
            <a:ext cx="7147200" cy="6549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9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Mission</a:t>
            </a:r>
            <a:endParaRPr sz="39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19be00942b_0_8"/>
          <p:cNvSpPr txBox="1"/>
          <p:nvPr>
            <p:ph idx="1" type="body"/>
          </p:nvPr>
        </p:nvSpPr>
        <p:spPr>
          <a:xfrm>
            <a:off x="5047100" y="2889700"/>
            <a:ext cx="3236100" cy="15927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33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US" sz="335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Make it fast. </a:t>
            </a:r>
            <a:endParaRPr sz="33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t/>
            </a:r>
            <a:endParaRPr sz="335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3350">
              <a:solidFill>
                <a:schemeClr val="accent6"/>
              </a:solidFill>
            </a:endParaRPr>
          </a:p>
        </p:txBody>
      </p:sp>
      <p:sp>
        <p:nvSpPr>
          <p:cNvPr id="123" name="Google Shape;123;g319be00942b_0_8"/>
          <p:cNvSpPr txBox="1"/>
          <p:nvPr>
            <p:ph idx="2" type="body"/>
          </p:nvPr>
        </p:nvSpPr>
        <p:spPr>
          <a:xfrm>
            <a:off x="244450" y="2889700"/>
            <a:ext cx="4327500" cy="27495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0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0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Make information easily understood. </a:t>
            </a:r>
            <a:endParaRPr sz="30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300">
              <a:solidFill>
                <a:schemeClr val="accent6"/>
              </a:solidFill>
            </a:endParaRPr>
          </a:p>
        </p:txBody>
      </p:sp>
      <p:sp>
        <p:nvSpPr>
          <p:cNvPr id="124" name="Google Shape;124;g319be00942b_0_8"/>
          <p:cNvSpPr txBox="1"/>
          <p:nvPr/>
        </p:nvSpPr>
        <p:spPr>
          <a:xfrm>
            <a:off x="5047100" y="4952525"/>
            <a:ext cx="3019200" cy="14253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Build together. </a:t>
            </a:r>
            <a:endParaRPr b="0" i="0" sz="3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19be00942b_0_8"/>
          <p:cNvSpPr txBox="1"/>
          <p:nvPr/>
        </p:nvSpPr>
        <p:spPr>
          <a:xfrm>
            <a:off x="86575" y="1510575"/>
            <a:ext cx="89988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7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Build a student ecosystem with reproductive health being the arch.</a:t>
            </a:r>
            <a:endParaRPr b="0" i="0" sz="3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solidFill>
                  <a:srgbClr val="FA9A5D"/>
                </a:solidFill>
              </a:rPr>
              <a:t>A look into the App</a:t>
            </a:r>
            <a:endParaRPr>
              <a:solidFill>
                <a:srgbClr val="FA9A5D"/>
              </a:solidFill>
            </a:endParaRPr>
          </a:p>
        </p:txBody>
      </p:sp>
      <p:pic>
        <p:nvPicPr>
          <p:cNvPr descr="wekume icon.jpg" id="132" name="Google Shape;132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38950"/>
            <a:ext cx="2267400" cy="49071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shope.jpg" id="133" name="Google Shape;133;p3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1725" y="1814938"/>
            <a:ext cx="2133600" cy="48615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safe chat.jpg" id="134" name="Google Shape;134;p3"/>
          <p:cNvPicPr preferRelativeResize="0"/>
          <p:nvPr>
            <p:ph idx="4294967295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0200" y="1845325"/>
            <a:ext cx="2106600" cy="48006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/>
          <p:nvPr>
            <p:ph type="title"/>
          </p:nvPr>
        </p:nvSpPr>
        <p:spPr>
          <a:xfrm>
            <a:off x="457200" y="543500"/>
            <a:ext cx="8229600" cy="10668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2400">
                <a:solidFill>
                  <a:srgbClr val="FA9A5D"/>
                </a:solidFill>
              </a:rPr>
              <a:t>How It Works.</a:t>
            </a:r>
            <a:endParaRPr>
              <a:solidFill>
                <a:srgbClr val="FA9A5D"/>
              </a:solidFill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457200" y="2229975"/>
            <a:ext cx="8458200" cy="34170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Wekume simplifies access to vital information and services related to sexual and reproductive health: </a:t>
            </a:r>
            <a:endParaRPr b="0" i="0" sz="24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Download the app for free from Playstore.  </a:t>
            </a:r>
            <a:endParaRPr b="0" i="0" sz="24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Create a personalized profile. </a:t>
            </a:r>
            <a:endParaRPr b="0" i="0" sz="24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Start a journey of information, resources, and support tailored to students’ needs.</a:t>
            </a:r>
            <a:endParaRPr b="0" i="0" sz="1400" u="none" cap="none" strike="noStrike">
              <a:solidFill>
                <a:srgbClr val="FA9A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>
            <p:ph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solidFill>
                  <a:srgbClr val="FA9A5D"/>
                </a:solidFill>
              </a:rPr>
              <a:t>OUR ASK</a:t>
            </a:r>
            <a:endParaRPr>
              <a:solidFill>
                <a:srgbClr val="FA9A5D"/>
              </a:solidFill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279075" y="1571100"/>
            <a:ext cx="3873000" cy="31707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Collaborators and partners</a:t>
            </a:r>
            <a:endParaRPr b="1" i="0" sz="25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 Expand outreach and awareness.</a:t>
            </a:r>
            <a:endParaRPr b="0" i="0" sz="25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500"/>
              <a:buFont typeface="Calibri"/>
              <a:buChar char="•"/>
            </a:pPr>
            <a:r>
              <a:rPr b="0" i="0" lang="en-US" sz="25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 Experts. </a:t>
            </a:r>
            <a:endParaRPr b="0" i="0" sz="25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500"/>
              <a:buFont typeface="Calibri"/>
              <a:buChar char="•"/>
            </a:pPr>
            <a:r>
              <a:rPr b="0" i="0" lang="en-US" sz="25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Funders/donors</a:t>
            </a:r>
            <a:endParaRPr b="0" i="0" sz="25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500"/>
              <a:buFont typeface="Calibri"/>
              <a:buChar char="•"/>
            </a:pPr>
            <a:r>
              <a:rPr lang="en-US" sz="2500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Introductions</a:t>
            </a:r>
            <a:endParaRPr sz="2500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4572000" y="1571100"/>
            <a:ext cx="4172700" cy="31707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Technical development</a:t>
            </a:r>
            <a:endParaRPr b="1" i="0" sz="25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500"/>
              <a:buFont typeface="Calibri"/>
              <a:buChar char="•"/>
            </a:pPr>
            <a:r>
              <a:rPr b="0" i="0" lang="en-US" sz="25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Debugging</a:t>
            </a:r>
            <a:endParaRPr b="0" i="0" sz="25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 App security and data privacy</a:t>
            </a:r>
            <a:endParaRPr b="0" i="0" sz="25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 IOS version</a:t>
            </a:r>
            <a:endParaRPr b="0" i="0" sz="2100" u="none" cap="none" strike="noStrike">
              <a:solidFill>
                <a:srgbClr val="FA9A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9A5D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 USSD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9be00942b_0_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accent6"/>
                </a:solidFill>
              </a:rPr>
              <a:t>Funding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54" name="Google Shape;154;g319be00942b_0_31"/>
          <p:cNvSpPr txBox="1"/>
          <p:nvPr>
            <p:ph idx="1" type="body"/>
          </p:nvPr>
        </p:nvSpPr>
        <p:spPr>
          <a:xfrm>
            <a:off x="289200" y="1600200"/>
            <a:ext cx="4282800" cy="45261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accent6"/>
                </a:solidFill>
              </a:rPr>
              <a:t>What we have raised so far</a:t>
            </a:r>
            <a:endParaRPr>
              <a:solidFill>
                <a:schemeClr val="accent6"/>
              </a:solidFill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>
                <a:solidFill>
                  <a:schemeClr val="accent6"/>
                </a:solidFill>
              </a:rPr>
              <a:t>Ugx 4,500,000/= ($1250)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55" name="Google Shape;155;g319be00942b_0_31"/>
          <p:cNvSpPr txBox="1"/>
          <p:nvPr>
            <p:ph idx="2" type="body"/>
          </p:nvPr>
        </p:nvSpPr>
        <p:spPr>
          <a:xfrm>
            <a:off x="5019550" y="1600200"/>
            <a:ext cx="3667200" cy="45261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accent6"/>
                </a:solidFill>
              </a:rPr>
              <a:t>Our goal: </a:t>
            </a:r>
            <a:r>
              <a:rPr lang="en-US">
                <a:solidFill>
                  <a:schemeClr val="accent6"/>
                </a:solidFill>
              </a:rPr>
              <a:t>$34,000.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accent6"/>
                </a:solidFill>
              </a:rPr>
              <a:t>For Piloting: Feb 2025.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–"/>
            </a:pPr>
            <a:r>
              <a:rPr lang="en-US">
                <a:solidFill>
                  <a:schemeClr val="accent6"/>
                </a:solidFill>
              </a:rPr>
              <a:t>Branding: $5K</a:t>
            </a:r>
            <a:endParaRPr>
              <a:solidFill>
                <a:schemeClr val="accent6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–"/>
            </a:pPr>
            <a:r>
              <a:rPr lang="en-US">
                <a:solidFill>
                  <a:schemeClr val="accent6"/>
                </a:solidFill>
              </a:rPr>
              <a:t>Marketing: $5K</a:t>
            </a:r>
            <a:endParaRPr>
              <a:solidFill>
                <a:schemeClr val="accent6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–"/>
            </a:pPr>
            <a:r>
              <a:rPr lang="en-US">
                <a:solidFill>
                  <a:schemeClr val="accent6"/>
                </a:solidFill>
              </a:rPr>
              <a:t>Awareness: $2k</a:t>
            </a:r>
            <a:endParaRPr>
              <a:solidFill>
                <a:schemeClr val="accent6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–"/>
            </a:pPr>
            <a:r>
              <a:rPr lang="en-US">
                <a:solidFill>
                  <a:schemeClr val="accent6"/>
                </a:solidFill>
              </a:rPr>
              <a:t>M&amp;E: $</a:t>
            </a:r>
            <a:r>
              <a:rPr lang="en-US">
                <a:solidFill>
                  <a:schemeClr val="accent6"/>
                </a:solidFill>
              </a:rPr>
              <a:t>5k</a:t>
            </a:r>
            <a:endParaRPr>
              <a:solidFill>
                <a:schemeClr val="accent6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–"/>
            </a:pPr>
            <a:r>
              <a:rPr lang="en-US">
                <a:solidFill>
                  <a:schemeClr val="accent6"/>
                </a:solidFill>
              </a:rPr>
              <a:t>Incentives: $10K</a:t>
            </a:r>
            <a:endParaRPr>
              <a:solidFill>
                <a:schemeClr val="accent6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–"/>
            </a:pPr>
            <a:r>
              <a:rPr lang="en-US">
                <a:solidFill>
                  <a:schemeClr val="accent6"/>
                </a:solidFill>
              </a:rPr>
              <a:t>Administrative: $7K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9be00942b_0_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accent6"/>
                </a:solidFill>
              </a:rPr>
              <a:t>Our team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62" name="Google Shape;162;g319be00942b_0_40"/>
          <p:cNvSpPr txBox="1"/>
          <p:nvPr>
            <p:ph idx="1" type="body"/>
          </p:nvPr>
        </p:nvSpPr>
        <p:spPr>
          <a:xfrm>
            <a:off x="457200" y="1600200"/>
            <a:ext cx="8094600" cy="4526100"/>
          </a:xfrm>
          <a:prstGeom prst="rect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3000">
                <a:solidFill>
                  <a:schemeClr val="accent6"/>
                </a:solidFill>
              </a:rPr>
              <a:t>Joshua E Walusimbi. (CEO)</a:t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3000">
                <a:solidFill>
                  <a:schemeClr val="accent6"/>
                </a:solidFill>
              </a:rPr>
              <a:t>Bright Nseko ( Programs  director)</a:t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3000">
                <a:solidFill>
                  <a:schemeClr val="accent6"/>
                </a:solidFill>
              </a:rPr>
              <a:t>Isabirye Nabikamba (Social media)</a:t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3000">
                <a:solidFill>
                  <a:schemeClr val="accent6"/>
                </a:solidFill>
              </a:rPr>
              <a:t>Stella Nabiryo (University coordinator)</a:t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3000">
                <a:solidFill>
                  <a:schemeClr val="accent6"/>
                </a:solidFill>
              </a:rPr>
              <a:t>Kulubya Leonard ( Partnership manager)</a:t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3000">
                <a:solidFill>
                  <a:schemeClr val="accent6"/>
                </a:solidFill>
              </a:rPr>
              <a:t>Derrick Ntubiro ( Events manager)</a:t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accent6"/>
                </a:solidFill>
              </a:rPr>
              <a:t>Bronwyn O’Hara (Donor impact )</a:t>
            </a:r>
            <a:endParaRPr sz="30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chemeClr val="accent6"/>
                </a:solidFill>
              </a:rPr>
              <a:t>Randy Burgoyne ( IT )</a:t>
            </a:r>
            <a:endParaRPr sz="30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f5ca4b0b0d_1_2"/>
          <p:cNvSpPr txBox="1"/>
          <p:nvPr>
            <p:ph type="title"/>
          </p:nvPr>
        </p:nvSpPr>
        <p:spPr>
          <a:xfrm>
            <a:off x="2024350" y="274650"/>
            <a:ext cx="4585800" cy="9189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FA9A5D"/>
                </a:solidFill>
              </a:rPr>
              <a:t>Contact Us: </a:t>
            </a:r>
            <a:endParaRPr>
              <a:solidFill>
                <a:srgbClr val="FA9A5D"/>
              </a:solidFill>
            </a:endParaRPr>
          </a:p>
        </p:txBody>
      </p:sp>
      <p:sp>
        <p:nvSpPr>
          <p:cNvPr id="169" name="Google Shape;169;g2f5ca4b0b0d_1_2"/>
          <p:cNvSpPr txBox="1"/>
          <p:nvPr>
            <p:ph idx="1" type="body"/>
          </p:nvPr>
        </p:nvSpPr>
        <p:spPr>
          <a:xfrm>
            <a:off x="146725" y="141765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FA9A5D"/>
                </a:solidFill>
              </a:rPr>
              <a:t>Social Media:</a:t>
            </a:r>
            <a:endParaRPr>
              <a:solidFill>
                <a:srgbClr val="FA9A5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0" name="Google Shape;170;g2f5ca4b0b0d_1_2"/>
          <p:cNvSpPr txBox="1"/>
          <p:nvPr>
            <p:ph idx="2" type="body"/>
          </p:nvPr>
        </p:nvSpPr>
        <p:spPr>
          <a:xfrm>
            <a:off x="4185325" y="1983025"/>
            <a:ext cx="4038600" cy="36357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FA9A5D"/>
                </a:solidFill>
              </a:rPr>
              <a:t>      TEL:</a:t>
            </a:r>
            <a:endParaRPr>
              <a:solidFill>
                <a:srgbClr val="FA9A5D"/>
              </a:solidFill>
            </a:endParaRPr>
          </a:p>
        </p:txBody>
      </p:sp>
      <p:pic>
        <p:nvPicPr>
          <p:cNvPr id="171" name="Google Shape;171;g2f5ca4b0b0d_1_2" title="TikTok icon | Free SV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43975" y="2292100"/>
            <a:ext cx="556226" cy="55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2f5ca4b0b0d_1_2" title="File:Facebook icon.svg - Wikimedia Commons"/>
          <p:cNvPicPr preferRelativeResize="0"/>
          <p:nvPr/>
        </p:nvPicPr>
        <p:blipFill rotWithShape="1">
          <a:blip r:embed="rId4">
            <a:alphaModFix/>
          </a:blip>
          <a:srcRect b="0" l="21549" r="0" t="0"/>
          <a:stretch/>
        </p:blipFill>
        <p:spPr>
          <a:xfrm>
            <a:off x="623425" y="3074499"/>
            <a:ext cx="556225" cy="70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2f5ca4b0b0d_1_2" title="Free Images : web, symbol, circle, brand, mail, font, logo, email ..."/>
          <p:cNvPicPr preferRelativeResize="0"/>
          <p:nvPr/>
        </p:nvPicPr>
        <p:blipFill rotWithShape="1">
          <a:blip r:embed="rId5">
            <a:alphaModFix/>
          </a:blip>
          <a:srcRect b="0" l="28315" r="29210" t="-27469"/>
          <a:stretch/>
        </p:blipFill>
        <p:spPr>
          <a:xfrm>
            <a:off x="596184" y="3946950"/>
            <a:ext cx="451809" cy="709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2f5ca4b0b0d_1_2"/>
          <p:cNvSpPr txBox="1"/>
          <p:nvPr/>
        </p:nvSpPr>
        <p:spPr>
          <a:xfrm>
            <a:off x="1412700" y="3845000"/>
            <a:ext cx="2680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info@wekume.com</a:t>
            </a:r>
            <a:endParaRPr b="0" i="0" sz="19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2f5ca4b0b0d_1_2"/>
          <p:cNvSpPr txBox="1"/>
          <p:nvPr/>
        </p:nvSpPr>
        <p:spPr>
          <a:xfrm>
            <a:off x="1485300" y="4437550"/>
            <a:ext cx="2535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wekumeinfo@gmail.com</a:t>
            </a:r>
            <a:endParaRPr b="0" i="0" sz="17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2f5ca4b0b0d_1_2"/>
          <p:cNvSpPr txBox="1"/>
          <p:nvPr/>
        </p:nvSpPr>
        <p:spPr>
          <a:xfrm>
            <a:off x="1646425" y="3074500"/>
            <a:ext cx="25350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wekume</a:t>
            </a:r>
            <a:endParaRPr b="0" i="0" sz="25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2f5ca4b0b0d_1_2"/>
          <p:cNvSpPr txBox="1"/>
          <p:nvPr/>
        </p:nvSpPr>
        <p:spPr>
          <a:xfrm>
            <a:off x="1646425" y="2184975"/>
            <a:ext cx="2851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wekume</a:t>
            </a:r>
            <a:endParaRPr b="0" i="0" sz="22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2f5ca4b0b0d_1_2"/>
          <p:cNvSpPr txBox="1"/>
          <p:nvPr/>
        </p:nvSpPr>
        <p:spPr>
          <a:xfrm>
            <a:off x="4648200" y="2643388"/>
            <a:ext cx="335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0784049640</a:t>
            </a:r>
            <a:endParaRPr b="0" i="0" sz="27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2f5ca4b0b0d_1_2"/>
          <p:cNvSpPr txBox="1"/>
          <p:nvPr/>
        </p:nvSpPr>
        <p:spPr>
          <a:xfrm>
            <a:off x="4689250" y="3516013"/>
            <a:ext cx="2535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0701117234</a:t>
            </a:r>
            <a:endParaRPr b="0" i="0" sz="28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2f5ca4b0b0d_1_2"/>
          <p:cNvSpPr txBox="1"/>
          <p:nvPr/>
        </p:nvSpPr>
        <p:spPr>
          <a:xfrm>
            <a:off x="4792525" y="4388650"/>
            <a:ext cx="2535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A9A5D"/>
                </a:solidFill>
                <a:latin typeface="Calibri"/>
                <a:ea typeface="Calibri"/>
                <a:cs typeface="Calibri"/>
                <a:sym typeface="Calibri"/>
              </a:rPr>
              <a:t>0753777984</a:t>
            </a:r>
            <a:endParaRPr b="0" i="0" sz="2700" u="none" cap="none" strike="noStrike">
              <a:solidFill>
                <a:srgbClr val="FA9A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2f5ca4b0b0d_1_2"/>
          <p:cNvSpPr txBox="1"/>
          <p:nvPr/>
        </p:nvSpPr>
        <p:spPr>
          <a:xfrm>
            <a:off x="433800" y="1983025"/>
            <a:ext cx="3552900" cy="36357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>
            <p:ph type="title"/>
          </p:nvPr>
        </p:nvSpPr>
        <p:spPr>
          <a:xfrm>
            <a:off x="-210000" y="2706025"/>
            <a:ext cx="8448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>
                <a:solidFill>
                  <a:srgbClr val="FA9A5D"/>
                </a:solidFill>
              </a:rPr>
              <a:t>    THANK YOU FOR</a:t>
            </a:r>
            <a:br>
              <a:rPr b="1" lang="en-US" sz="6000">
                <a:solidFill>
                  <a:srgbClr val="FA9A5D"/>
                </a:solidFill>
              </a:rPr>
            </a:br>
            <a:r>
              <a:rPr b="1" lang="en-US" sz="6000">
                <a:solidFill>
                  <a:srgbClr val="FA9A5D"/>
                </a:solidFill>
              </a:rPr>
              <a:t>        YOUR TIME</a:t>
            </a:r>
            <a:endParaRPr b="1" sz="6000">
              <a:solidFill>
                <a:srgbClr val="FA9A5D"/>
              </a:solidFill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905400" y="826275"/>
            <a:ext cx="7333200" cy="48543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390B25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2024-08-23T15:55:45Z</dcterms:created>
  <dc:creator>TechCharities</dc:creator>
</cp:coreProperties>
</file>