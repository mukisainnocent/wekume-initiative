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Kw7L3S0/R64lY7KadUAXVO4Nu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9be00942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9be009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19be00942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9be00942b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9be0094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19be00942b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9be00942b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9be00942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19be00942b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9be00942b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9be0094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19be00942b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9be00942b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9be00942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19be00942b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5ca4b0b0d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f5ca4b0b0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f5ca4b0b0d_1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62da0943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62da094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d62da0943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229575" y="3821650"/>
            <a:ext cx="6146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>
                <a:solidFill>
                  <a:srgbClr val="FA9A5D"/>
                </a:solidFill>
              </a:rPr>
              <a:t>#protectyourself</a:t>
            </a:r>
            <a:endParaRPr sz="2400">
              <a:solidFill>
                <a:srgbClr val="FA9A5D"/>
              </a:solidFill>
            </a:endParaRPr>
          </a:p>
        </p:txBody>
      </p:sp>
      <p:pic>
        <p:nvPicPr>
          <p:cNvPr descr="3.pn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869" y="2183550"/>
            <a:ext cx="4104762" cy="16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19675" y="619650"/>
            <a:ext cx="7560300" cy="5618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1859100" y="274650"/>
            <a:ext cx="5453400" cy="964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accent6"/>
                </a:solidFill>
              </a:rPr>
              <a:t>WHO WE ARE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09600" y="1371600"/>
            <a:ext cx="7924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Platform that puts sexual and reproductive health services at the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fingertips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of students.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57200" y="2392225"/>
            <a:ext cx="3674100" cy="3329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SafeChat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Circumcision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QuickTest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978225" y="2392225"/>
            <a:ext cx="3556200" cy="3329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Medical tips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Shop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ARV Corner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9be00942b_0_0"/>
          <p:cNvSpPr txBox="1"/>
          <p:nvPr>
            <p:ph type="title"/>
          </p:nvPr>
        </p:nvSpPr>
        <p:spPr>
          <a:xfrm>
            <a:off x="1528600" y="130100"/>
            <a:ext cx="6383100" cy="6342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Our Beliefs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5" name="Google Shape;105;g319be00942b_0_0"/>
          <p:cNvSpPr txBox="1"/>
          <p:nvPr>
            <p:ph idx="1" type="body"/>
          </p:nvPr>
        </p:nvSpPr>
        <p:spPr>
          <a:xfrm>
            <a:off x="702325" y="984250"/>
            <a:ext cx="4572000" cy="16692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Learn: 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Acquiring new knowledge and skills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6" name="Google Shape;106;g319be00942b_0_0"/>
          <p:cNvSpPr txBox="1"/>
          <p:nvPr>
            <p:ph idx="2" type="body"/>
          </p:nvPr>
        </p:nvSpPr>
        <p:spPr>
          <a:xfrm>
            <a:off x="3966525" y="2873413"/>
            <a:ext cx="4495800" cy="18288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Unlearn: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Letting go of outdated beliefs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7" name="Google Shape;107;g319be00942b_0_0"/>
          <p:cNvSpPr txBox="1"/>
          <p:nvPr/>
        </p:nvSpPr>
        <p:spPr>
          <a:xfrm>
            <a:off x="827650" y="4922175"/>
            <a:ext cx="4968600" cy="16692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Relearn: 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Embracing growth through fresh perspectives.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9be00942b_0_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Our vision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4" name="Google Shape;114;g319be00942b_0_18"/>
          <p:cNvSpPr txBox="1"/>
          <p:nvPr>
            <p:ph idx="1" type="body"/>
          </p:nvPr>
        </p:nvSpPr>
        <p:spPr>
          <a:xfrm>
            <a:off x="271275" y="1889375"/>
            <a:ext cx="38601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6"/>
                </a:solidFill>
              </a:rPr>
              <a:t>Empower students to make informed and responsible reproductive health decisions.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115" name="Google Shape;115;g319be00942b_0_18"/>
          <p:cNvSpPr txBox="1"/>
          <p:nvPr>
            <p:ph idx="2" type="body"/>
          </p:nvPr>
        </p:nvSpPr>
        <p:spPr>
          <a:xfrm>
            <a:off x="4792800" y="1889375"/>
            <a:ext cx="40386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>
                <a:solidFill>
                  <a:schemeClr val="accent6"/>
                </a:solidFill>
              </a:rPr>
              <a:t>F</a:t>
            </a:r>
            <a:r>
              <a:rPr lang="en-US" sz="3700">
                <a:solidFill>
                  <a:schemeClr val="accent6"/>
                </a:solidFill>
              </a:rPr>
              <a:t>ostering healthier lives and brighter futures within academic communities.</a:t>
            </a:r>
            <a:endParaRPr sz="37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9be00942b_0_8"/>
          <p:cNvSpPr txBox="1"/>
          <p:nvPr>
            <p:ph type="title"/>
          </p:nvPr>
        </p:nvSpPr>
        <p:spPr>
          <a:xfrm>
            <a:off x="1136125" y="729075"/>
            <a:ext cx="7147200" cy="6549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endParaRPr sz="39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19be00942b_0_8"/>
          <p:cNvSpPr txBox="1"/>
          <p:nvPr>
            <p:ph idx="1" type="body"/>
          </p:nvPr>
        </p:nvSpPr>
        <p:spPr>
          <a:xfrm>
            <a:off x="5047100" y="2889700"/>
            <a:ext cx="3236100" cy="15927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335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Make it fast. </a:t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3350">
              <a:solidFill>
                <a:schemeClr val="accent6"/>
              </a:solidFill>
            </a:endParaRPr>
          </a:p>
        </p:txBody>
      </p:sp>
      <p:sp>
        <p:nvSpPr>
          <p:cNvPr id="123" name="Google Shape;123;g319be00942b_0_8"/>
          <p:cNvSpPr txBox="1"/>
          <p:nvPr>
            <p:ph idx="2" type="body"/>
          </p:nvPr>
        </p:nvSpPr>
        <p:spPr>
          <a:xfrm>
            <a:off x="244450" y="2889700"/>
            <a:ext cx="4327500" cy="27495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Make information easily understood. </a:t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accent6"/>
              </a:solidFill>
            </a:endParaRPr>
          </a:p>
        </p:txBody>
      </p:sp>
      <p:sp>
        <p:nvSpPr>
          <p:cNvPr id="124" name="Google Shape;124;g319be00942b_0_8"/>
          <p:cNvSpPr txBox="1"/>
          <p:nvPr/>
        </p:nvSpPr>
        <p:spPr>
          <a:xfrm>
            <a:off x="5047100" y="4952525"/>
            <a:ext cx="3019200" cy="14253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accent6"/>
                </a:solidFill>
              </a:rPr>
              <a:t>Build together. </a:t>
            </a:r>
            <a:endParaRPr sz="3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19be00942b_0_8"/>
          <p:cNvSpPr txBox="1"/>
          <p:nvPr/>
        </p:nvSpPr>
        <p:spPr>
          <a:xfrm>
            <a:off x="86575" y="1510575"/>
            <a:ext cx="89988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accent6"/>
                </a:solidFill>
              </a:rPr>
              <a:t>Build a student ecosystem with reproductive health being the arch.</a:t>
            </a:r>
            <a:endParaRPr sz="3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rgbClr val="FA9A5D"/>
                </a:solidFill>
              </a:rPr>
              <a:t>A look into the App</a:t>
            </a:r>
            <a:endParaRPr>
              <a:solidFill>
                <a:srgbClr val="FA9A5D"/>
              </a:solidFill>
            </a:endParaRPr>
          </a:p>
        </p:txBody>
      </p:sp>
      <p:pic>
        <p:nvPicPr>
          <p:cNvPr descr="wekume icon.jpg" id="132" name="Google Shape;13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8950"/>
            <a:ext cx="2267400" cy="490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hope.jpg" id="133" name="Google Shape;133;p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725" y="1814938"/>
            <a:ext cx="2133600" cy="48615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afe chat.jpg" id="134" name="Google Shape;134;p3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200" y="1845325"/>
            <a:ext cx="2106600" cy="48006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457200" y="543500"/>
            <a:ext cx="8229600" cy="1066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400">
                <a:solidFill>
                  <a:srgbClr val="FA9A5D"/>
                </a:solidFill>
              </a:rPr>
              <a:t>How It Works.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57200" y="2229975"/>
            <a:ext cx="8458200" cy="34170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 simplifies access to vital information and services related to sexual and reproductive health: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Download the app for free from Playstore. 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Create a personalized profile.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Start a journey of information, resources, and support tailored to students’ needs.</a:t>
            </a:r>
            <a:endParaRPr b="0" i="0" sz="1400" u="none" cap="none" strike="noStrike">
              <a:solidFill>
                <a:srgbClr val="FA9A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rgbClr val="FA9A5D"/>
                </a:solidFill>
              </a:rPr>
              <a:t>OUR ASK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79075" y="1571100"/>
            <a:ext cx="3873000" cy="278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Collaborators and partners</a:t>
            </a:r>
            <a:endParaRPr b="1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Expand outreach and awareness.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Experts. </a:t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Funders/donors</a:t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689050" y="1425300"/>
            <a:ext cx="4172700" cy="3077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Technical development</a:t>
            </a:r>
            <a:endParaRPr b="1"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rtl="0" algn="l"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rtl="0" algn="l"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App security and data privacy</a:t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rtl="0" algn="l"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IOS version</a:t>
            </a:r>
            <a:endParaRPr sz="2100">
              <a:solidFill>
                <a:srgbClr val="FA9A5D"/>
              </a:solidFill>
            </a:endParaRPr>
          </a:p>
          <a:p>
            <a:pPr indent="-158750" lvl="1" marL="0" rtl="0" algn="l"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USSD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9be00942b_0_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Funding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4" name="Google Shape;154;g319be00942b_0_31"/>
          <p:cNvSpPr txBox="1"/>
          <p:nvPr>
            <p:ph idx="1" type="body"/>
          </p:nvPr>
        </p:nvSpPr>
        <p:spPr>
          <a:xfrm>
            <a:off x="289200" y="1600200"/>
            <a:ext cx="42828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What we have raised so far</a:t>
            </a:r>
            <a:endParaRPr>
              <a:solidFill>
                <a:schemeClr val="accent6"/>
              </a:solidFill>
            </a:endParaRPr>
          </a:p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Ugx 4,500,000/= ($1250)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5" name="Google Shape;155;g319be00942b_0_31"/>
          <p:cNvSpPr txBox="1"/>
          <p:nvPr>
            <p:ph idx="2" type="body"/>
          </p:nvPr>
        </p:nvSpPr>
        <p:spPr>
          <a:xfrm>
            <a:off x="5019550" y="1600200"/>
            <a:ext cx="36672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Our goal</a:t>
            </a:r>
            <a:endParaRPr>
              <a:solidFill>
                <a:schemeClr val="accent6"/>
              </a:solidFill>
            </a:endParaRPr>
          </a:p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Piloting: Ugx 34M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Branding: 5M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Marketing:5M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Awareness: 2M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M&amp;E: 5M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Incentives: 10M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Administrative: 7M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9be00942b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Our team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2" name="Google Shape;162;g319be00942b_0_40"/>
          <p:cNvSpPr txBox="1"/>
          <p:nvPr>
            <p:ph idx="1" type="body"/>
          </p:nvPr>
        </p:nvSpPr>
        <p:spPr>
          <a:xfrm>
            <a:off x="457200" y="1600200"/>
            <a:ext cx="80946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Joshua E Walusimbi. (CEO)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Bright Nseko ( Programs  director)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Isabirye Nabikamba (Social media)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Stella Nabiryo (University coordinator)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Kulubya Leonard ( P</a:t>
            </a:r>
            <a:r>
              <a:rPr lang="en-US" sz="3000">
                <a:solidFill>
                  <a:schemeClr val="accent6"/>
                </a:solidFill>
              </a:rPr>
              <a:t>artnership</a:t>
            </a:r>
            <a:r>
              <a:rPr lang="en-US" sz="3000">
                <a:solidFill>
                  <a:schemeClr val="accent6"/>
                </a:solidFill>
              </a:rPr>
              <a:t> manager)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6"/>
                </a:solidFill>
              </a:rPr>
              <a:t>Derrick Ntubiro ( Events manager)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5ca4b0b0d_1_2"/>
          <p:cNvSpPr txBox="1"/>
          <p:nvPr>
            <p:ph type="title"/>
          </p:nvPr>
        </p:nvSpPr>
        <p:spPr>
          <a:xfrm>
            <a:off x="2024350" y="274650"/>
            <a:ext cx="4585800" cy="918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FA9A5D"/>
                </a:solidFill>
              </a:rPr>
              <a:t>Contact Us: 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69" name="Google Shape;169;g2f5ca4b0b0d_1_2"/>
          <p:cNvSpPr txBox="1"/>
          <p:nvPr>
            <p:ph idx="1" type="body"/>
          </p:nvPr>
        </p:nvSpPr>
        <p:spPr>
          <a:xfrm>
            <a:off x="146725" y="14176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A9A5D"/>
                </a:solidFill>
              </a:rPr>
              <a:t>Social Media:</a:t>
            </a:r>
            <a:endParaRPr>
              <a:solidFill>
                <a:srgbClr val="FA9A5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0" name="Google Shape;170;g2f5ca4b0b0d_1_2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A9A5D"/>
                </a:solidFill>
              </a:rPr>
              <a:t>Tel</a:t>
            </a:r>
            <a:endParaRPr>
              <a:solidFill>
                <a:srgbClr val="FA9A5D"/>
              </a:solidFill>
            </a:endParaRPr>
          </a:p>
        </p:txBody>
      </p:sp>
      <p:pic>
        <p:nvPicPr>
          <p:cNvPr id="171" name="Google Shape;171;g2f5ca4b0b0d_1_2" title="TikTok icon | Free SV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43975" y="2292100"/>
            <a:ext cx="556226" cy="55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f5ca4b0b0d_1_2" title="File:Facebook icon.svg - Wikimedia Commons"/>
          <p:cNvPicPr preferRelativeResize="0"/>
          <p:nvPr/>
        </p:nvPicPr>
        <p:blipFill rotWithShape="1">
          <a:blip r:embed="rId4">
            <a:alphaModFix/>
          </a:blip>
          <a:srcRect b="0" l="21549" r="0" t="0"/>
          <a:stretch/>
        </p:blipFill>
        <p:spPr>
          <a:xfrm>
            <a:off x="623425" y="3074499"/>
            <a:ext cx="556225" cy="7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f5ca4b0b0d_1_2" title="Free Images : web, symbol, circle, brand, mail, font, logo, email ..."/>
          <p:cNvPicPr preferRelativeResize="0"/>
          <p:nvPr/>
        </p:nvPicPr>
        <p:blipFill rotWithShape="1">
          <a:blip r:embed="rId5">
            <a:alphaModFix/>
          </a:blip>
          <a:srcRect b="0" l="28315" r="29211" t="-27469"/>
          <a:stretch/>
        </p:blipFill>
        <p:spPr>
          <a:xfrm>
            <a:off x="596184" y="3946950"/>
            <a:ext cx="451809" cy="70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f5ca4b0b0d_1_2"/>
          <p:cNvSpPr txBox="1"/>
          <p:nvPr/>
        </p:nvSpPr>
        <p:spPr>
          <a:xfrm>
            <a:off x="1412700" y="3845000"/>
            <a:ext cx="2680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info@wekume.com</a:t>
            </a:r>
            <a:endParaRPr b="0" i="0" sz="19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2f5ca4b0b0d_1_2"/>
          <p:cNvSpPr txBox="1"/>
          <p:nvPr/>
        </p:nvSpPr>
        <p:spPr>
          <a:xfrm>
            <a:off x="1485300" y="4437550"/>
            <a:ext cx="25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wekumeinfo@gmail.com</a:t>
            </a:r>
            <a:endParaRPr b="0" i="0" sz="1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f5ca4b0b0d_1_2"/>
          <p:cNvSpPr txBox="1"/>
          <p:nvPr/>
        </p:nvSpPr>
        <p:spPr>
          <a:xfrm>
            <a:off x="1646425" y="3074500"/>
            <a:ext cx="25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2f5ca4b0b0d_1_2"/>
          <p:cNvSpPr txBox="1"/>
          <p:nvPr/>
        </p:nvSpPr>
        <p:spPr>
          <a:xfrm>
            <a:off x="1646425" y="2184975"/>
            <a:ext cx="285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</a:t>
            </a:r>
            <a:endParaRPr b="0" i="0" sz="22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2f5ca4b0b0d_1_2"/>
          <p:cNvSpPr txBox="1"/>
          <p:nvPr/>
        </p:nvSpPr>
        <p:spPr>
          <a:xfrm>
            <a:off x="5164025" y="2136063"/>
            <a:ext cx="335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0784049640</a:t>
            </a:r>
            <a:endParaRPr b="0" i="0" sz="2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2f5ca4b0b0d_1_2"/>
          <p:cNvSpPr txBox="1"/>
          <p:nvPr/>
        </p:nvSpPr>
        <p:spPr>
          <a:xfrm>
            <a:off x="5164025" y="2848325"/>
            <a:ext cx="2535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0701117234</a:t>
            </a:r>
            <a:endParaRPr b="0" i="0" sz="28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2f5ca4b0b0d_1_2"/>
          <p:cNvSpPr txBox="1"/>
          <p:nvPr/>
        </p:nvSpPr>
        <p:spPr>
          <a:xfrm>
            <a:off x="5244350" y="3560575"/>
            <a:ext cx="2535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0753777984</a:t>
            </a:r>
            <a:endParaRPr b="0" i="0" sz="2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62da09437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FUTURE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7" name="Google Shape;187;g2d62da09437_0_0"/>
          <p:cNvSpPr txBox="1"/>
          <p:nvPr>
            <p:ph idx="1" type="body"/>
          </p:nvPr>
        </p:nvSpPr>
        <p:spPr>
          <a:xfrm>
            <a:off x="1442425" y="1768850"/>
            <a:ext cx="5890800" cy="4526100"/>
          </a:xfrm>
          <a:prstGeom prst="rect">
            <a:avLst/>
          </a:prstGeom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QR code system.</a:t>
            </a:r>
            <a:endParaRPr>
              <a:solidFill>
                <a:schemeClr val="accent6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USSD code. </a:t>
            </a:r>
            <a:endParaRPr>
              <a:solidFill>
                <a:schemeClr val="accent6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Scale to other regions. 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type="title"/>
          </p:nvPr>
        </p:nvSpPr>
        <p:spPr>
          <a:xfrm>
            <a:off x="457200" y="2895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FA9A5D"/>
                </a:solidFill>
              </a:rPr>
              <a:t>    THANK YOU FOR</a:t>
            </a:r>
            <a:br>
              <a:rPr b="1" lang="en-US" sz="6000">
                <a:solidFill>
                  <a:srgbClr val="FA9A5D"/>
                </a:solidFill>
              </a:rPr>
            </a:br>
            <a:r>
              <a:rPr b="1" lang="en-US" sz="6000">
                <a:solidFill>
                  <a:srgbClr val="FA9A5D"/>
                </a:solidFill>
              </a:rPr>
              <a:t>        YOUR TIME</a:t>
            </a:r>
            <a:endParaRPr b="1" sz="6000">
              <a:solidFill>
                <a:srgbClr val="FA9A5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390B25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2024-08-23T15:55:45Z</dcterms:created>
  <dc:creator>TechCharities</dc:creator>
</cp:coreProperties>
</file>